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61" r:id="rId4"/>
    <p:sldMasterId id="2147483673" r:id="rId5"/>
    <p:sldMasterId id="2147483675" r:id="rId6"/>
    <p:sldMasterId id="2147483677" r:id="rId7"/>
    <p:sldMasterId id="2147483679" r:id="rId8"/>
    <p:sldMasterId id="2147483681" r:id="rId9"/>
    <p:sldMasterId id="2147483683" r:id="rId10"/>
    <p:sldMasterId id="2147483685" r:id="rId11"/>
    <p:sldMasterId id="2147483687" r:id="rId12"/>
    <p:sldMasterId id="2147483689" r:id="rId13"/>
    <p:sldMasterId id="2147483691" r:id="rId14"/>
    <p:sldMasterId id="2147483693" r:id="rId15"/>
    <p:sldMasterId id="2147483695" r:id="rId16"/>
    <p:sldMasterId id="2147483697" r:id="rId17"/>
    <p:sldMasterId id="2147483699" r:id="rId18"/>
    <p:sldMasterId id="2147483701" r:id="rId19"/>
    <p:sldMasterId id="2147483703" r:id="rId20"/>
    <p:sldMasterId id="2147483705" r:id="rId21"/>
    <p:sldMasterId id="2147483707" r:id="rId22"/>
    <p:sldMasterId id="2147483709" r:id="rId23"/>
    <p:sldMasterId id="2147483711" r:id="rId24"/>
    <p:sldMasterId id="2147483713" r:id="rId25"/>
  </p:sldMasterIdLst>
  <p:notesMasterIdLst>
    <p:notesMasterId r:id="rId27"/>
  </p:notesMasterIdLst>
  <p:sldIdLst>
    <p:sldId id="261" r:id="rId26"/>
    <p:sldId id="262" r:id="rId28"/>
    <p:sldId id="260" r:id="rId29"/>
    <p:sldId id="266" r:id="rId30"/>
    <p:sldId id="267" r:id="rId31"/>
    <p:sldId id="263" r:id="rId32"/>
    <p:sldId id="271" r:id="rId33"/>
    <p:sldId id="265" r:id="rId34"/>
    <p:sldId id="264" r:id="rId35"/>
    <p:sldId id="269" r:id="rId36"/>
    <p:sldId id="268" r:id="rId37"/>
    <p:sldId id="270" r:id="rId38"/>
    <p:sldId id="280" r:id="rId39"/>
    <p:sldId id="279" r:id="rId40"/>
    <p:sldId id="272" r:id="rId41"/>
    <p:sldId id="282" r:id="rId42"/>
    <p:sldId id="274" r:id="rId43"/>
    <p:sldId id="273" r:id="rId44"/>
    <p:sldId id="281" r:id="rId45"/>
    <p:sldId id="275" r:id="rId46"/>
    <p:sldId id="276" r:id="rId47"/>
    <p:sldId id="277" r:id="rId48"/>
    <p:sldId id="278" r:id="rId4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3.xml"/><Relationship Id="rId48" Type="http://schemas.openxmlformats.org/officeDocument/2006/relationships/slide" Target="slides/slide22.xml"/><Relationship Id="rId47" Type="http://schemas.openxmlformats.org/officeDocument/2006/relationships/slide" Target="slides/slide21.xml"/><Relationship Id="rId46" Type="http://schemas.openxmlformats.org/officeDocument/2006/relationships/slide" Target="slides/slide20.xml"/><Relationship Id="rId45" Type="http://schemas.openxmlformats.org/officeDocument/2006/relationships/slide" Target="slides/slide19.xml"/><Relationship Id="rId44" Type="http://schemas.openxmlformats.org/officeDocument/2006/relationships/slide" Target="slides/slide18.xml"/><Relationship Id="rId43" Type="http://schemas.openxmlformats.org/officeDocument/2006/relationships/slide" Target="slides/slide17.xml"/><Relationship Id="rId42" Type="http://schemas.openxmlformats.org/officeDocument/2006/relationships/slide" Target="slides/slide16.xml"/><Relationship Id="rId41" Type="http://schemas.openxmlformats.org/officeDocument/2006/relationships/slide" Target="slides/slide15.xml"/><Relationship Id="rId40" Type="http://schemas.openxmlformats.org/officeDocument/2006/relationships/slide" Target="slides/slide1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3.xml"/><Relationship Id="rId38" Type="http://schemas.openxmlformats.org/officeDocument/2006/relationships/slide" Target="slides/slide12.xml"/><Relationship Id="rId37" Type="http://schemas.openxmlformats.org/officeDocument/2006/relationships/slide" Target="slides/slide11.xml"/><Relationship Id="rId36" Type="http://schemas.openxmlformats.org/officeDocument/2006/relationships/slide" Target="slides/slide10.xml"/><Relationship Id="rId35" Type="http://schemas.openxmlformats.org/officeDocument/2006/relationships/slide" Target="slides/slide9.xml"/><Relationship Id="rId34" Type="http://schemas.openxmlformats.org/officeDocument/2006/relationships/slide" Target="slides/slide8.xml"/><Relationship Id="rId33" Type="http://schemas.openxmlformats.org/officeDocument/2006/relationships/slide" Target="slides/slide7.xml"/><Relationship Id="rId32" Type="http://schemas.openxmlformats.org/officeDocument/2006/relationships/slide" Target="slides/slide6.xml"/><Relationship Id="rId31" Type="http://schemas.openxmlformats.org/officeDocument/2006/relationships/slide" Target="slides/slide5.xml"/><Relationship Id="rId30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3.xml"/><Relationship Id="rId28" Type="http://schemas.openxmlformats.org/officeDocument/2006/relationships/slide" Target="slides/slide2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image" Target="../media/image4.png"/><Relationship Id="rId4" Type="http://schemas.openxmlformats.org/officeDocument/2006/relationships/tags" Target="../tags/tag20.xml"/><Relationship Id="rId3" Type="http://schemas.openxmlformats.org/officeDocument/2006/relationships/image" Target="../media/image3.jpeg"/><Relationship Id="rId2" Type="http://schemas.openxmlformats.org/officeDocument/2006/relationships/tags" Target="../tags/tag19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5.jpeg"/><Relationship Id="rId2" Type="http://schemas.openxmlformats.org/officeDocument/2006/relationships/tags" Target="../tags/tag33.xml"/><Relationship Id="rId11" Type="http://schemas.openxmlformats.org/officeDocument/2006/relationships/tags" Target="../tags/tag40.xml"/><Relationship Id="rId10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image" Target="../media/image2.png"/><Relationship Id="rId4" Type="http://schemas.openxmlformats.org/officeDocument/2006/relationships/tags" Target="../tags/tag42.xml"/><Relationship Id="rId3" Type="http://schemas.openxmlformats.org/officeDocument/2006/relationships/image" Target="../media/image1.jpeg"/><Relationship Id="rId2" Type="http://schemas.openxmlformats.org/officeDocument/2006/relationships/tags" Target="../tags/tag41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image" Target="../media/image4.png"/><Relationship Id="rId4" Type="http://schemas.openxmlformats.org/officeDocument/2006/relationships/tags" Target="../tags/tag84.xml"/><Relationship Id="rId3" Type="http://schemas.openxmlformats.org/officeDocument/2006/relationships/image" Target="../media/image3.jpeg"/><Relationship Id="rId2" Type="http://schemas.openxmlformats.org/officeDocument/2006/relationships/tags" Target="../tags/tag83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image" Target="../media/image5.jpeg"/><Relationship Id="rId2" Type="http://schemas.openxmlformats.org/officeDocument/2006/relationships/tags" Target="../tags/tag100.xml"/><Relationship Id="rId11" Type="http://schemas.openxmlformats.org/officeDocument/2006/relationships/tags" Target="../tags/tag107.xml"/><Relationship Id="rId10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image" Target="../media/image2.png"/><Relationship Id="rId4" Type="http://schemas.openxmlformats.org/officeDocument/2006/relationships/tags" Target="../tags/tag119.xml"/><Relationship Id="rId3" Type="http://schemas.openxmlformats.org/officeDocument/2006/relationships/image" Target="../media/image1.jpeg"/><Relationship Id="rId2" Type="http://schemas.openxmlformats.org/officeDocument/2006/relationships/tags" Target="../tags/tag118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image" Target="../media/image2.png"/><Relationship Id="rId4" Type="http://schemas.openxmlformats.org/officeDocument/2006/relationships/tags" Target="../tags/tag137.xml"/><Relationship Id="rId3" Type="http://schemas.openxmlformats.org/officeDocument/2006/relationships/image" Target="../media/image1.jpeg"/><Relationship Id="rId2" Type="http://schemas.openxmlformats.org/officeDocument/2006/relationships/tags" Target="../tags/tag136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image" Target="../media/image2.png"/><Relationship Id="rId4" Type="http://schemas.openxmlformats.org/officeDocument/2006/relationships/tags" Target="../tags/tag230.xml"/><Relationship Id="rId3" Type="http://schemas.openxmlformats.org/officeDocument/2006/relationships/image" Target="../media/image1.jpeg"/><Relationship Id="rId2" Type="http://schemas.openxmlformats.org/officeDocument/2006/relationships/tags" Target="../tags/tag229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image" Target="../media/image2.png"/><Relationship Id="rId4" Type="http://schemas.openxmlformats.org/officeDocument/2006/relationships/tags" Target="../tags/tag293.xml"/><Relationship Id="rId3" Type="http://schemas.openxmlformats.org/officeDocument/2006/relationships/image" Target="../media/image1.jpeg"/><Relationship Id="rId2" Type="http://schemas.openxmlformats.org/officeDocument/2006/relationships/tags" Target="../tags/tag292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slideMaster" Target="../slideMasters/slideMaster17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330.xml"/><Relationship Id="rId8" Type="http://schemas.openxmlformats.org/officeDocument/2006/relationships/tags" Target="../tags/tag329.xml"/><Relationship Id="rId7" Type="http://schemas.openxmlformats.org/officeDocument/2006/relationships/tags" Target="../tags/tag328.xml"/><Relationship Id="rId6" Type="http://schemas.openxmlformats.org/officeDocument/2006/relationships/tags" Target="../tags/tag327.xml"/><Relationship Id="rId5" Type="http://schemas.openxmlformats.org/officeDocument/2006/relationships/image" Target="../media/image2.png"/><Relationship Id="rId4" Type="http://schemas.openxmlformats.org/officeDocument/2006/relationships/tags" Target="../tags/tag326.xml"/><Relationship Id="rId3" Type="http://schemas.openxmlformats.org/officeDocument/2006/relationships/image" Target="../media/image1.jpeg"/><Relationship Id="rId2" Type="http://schemas.openxmlformats.org/officeDocument/2006/relationships/tags" Target="../tags/tag325.xml"/><Relationship Id="rId11" Type="http://schemas.openxmlformats.org/officeDocument/2006/relationships/tags" Target="../tags/tag332.xml"/><Relationship Id="rId10" Type="http://schemas.openxmlformats.org/officeDocument/2006/relationships/tags" Target="../tags/tag331.xml"/><Relationship Id="rId1" Type="http://schemas.openxmlformats.org/officeDocument/2006/relationships/slideMaster" Target="../slideMasters/slideMaster18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slideMaster" Target="../slideMasters/slideMaster19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image" Target="../media/image4.png"/><Relationship Id="rId4" Type="http://schemas.openxmlformats.org/officeDocument/2006/relationships/tags" Target="../tags/tag359.xml"/><Relationship Id="rId3" Type="http://schemas.openxmlformats.org/officeDocument/2006/relationships/image" Target="../media/image3.jpeg"/><Relationship Id="rId2" Type="http://schemas.openxmlformats.org/officeDocument/2006/relationships/tags" Target="../tags/tag358.xml"/><Relationship Id="rId10" Type="http://schemas.openxmlformats.org/officeDocument/2006/relationships/tags" Target="../tags/tag364.xml"/><Relationship Id="rId1" Type="http://schemas.openxmlformats.org/officeDocument/2006/relationships/slideMaster" Target="../slideMasters/slideMaster20.xml"/></Relationships>
</file>

<file path=ppt/slideLayouts/_rels/slideLayout40.xml.rels><?xml version="1.0" encoding="UTF-8" standalone="yes"?>
<Relationships xmlns="http://schemas.openxmlformats.org/package/2006/relationships"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slideMaster" Target="../slideMasters/slideMaster21.xml"/></Relationships>
</file>

<file path=ppt/slideLayouts/_rels/slideLayout41.xml.rels><?xml version="1.0" encoding="UTF-8" standalone="yes"?>
<Relationships xmlns="http://schemas.openxmlformats.org/package/2006/relationships"><Relationship Id="rId6" Type="http://schemas.openxmlformats.org/officeDocument/2006/relationships/tags" Target="../tags/tag394.xml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slideMaster" Target="../slideMasters/slideMaster22.xml"/></Relationships>
</file>

<file path=ppt/slideLayouts/_rels/slideLayout42.xml.rels><?xml version="1.0" encoding="UTF-8" standalone="yes"?>
<Relationships xmlns="http://schemas.openxmlformats.org/package/2006/relationships"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4" Type="http://schemas.openxmlformats.org/officeDocument/2006/relationships/tags" Target="../tags/tag407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slideMaster" Target="../slideMasters/slideMaster23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ͼƬ1-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907448" y="4367840"/>
            <a:ext cx="2034000" cy="468000"/>
          </a:xfrm>
          <a:prstGeom prst="roundRect">
            <a:avLst>
              <a:gd name="adj" fmla="val 2597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 algn="ctr"/>
            <a:r>
              <a:rPr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07415" y="1764655"/>
            <a:ext cx="6674452" cy="101633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l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907415" y="2781300"/>
            <a:ext cx="6674485" cy="14770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95960" y="1252800"/>
            <a:ext cx="10800000" cy="49968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344554"/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章节页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9525"/>
            <a:ext cx="12192635" cy="685673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 rot="10800000" flipV="1">
            <a:off x="0" y="10160"/>
            <a:ext cx="12192635" cy="6847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4000">
                <a:schemeClr val="accent1">
                  <a:alpha val="10000"/>
                </a:scheme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Heavy" panose="00000A00000000000000" charset="-122"/>
            </a:endParaRPr>
          </a:p>
        </p:txBody>
      </p:sp>
      <p:sp>
        <p:nvSpPr>
          <p:cNvPr id="8" name="平行四边形 7"/>
          <p:cNvSpPr/>
          <p:nvPr>
            <p:custDataLst>
              <p:tags r:id="rId5"/>
            </p:custDataLst>
          </p:nvPr>
        </p:nvSpPr>
        <p:spPr>
          <a:xfrm>
            <a:off x="585992" y="5741854"/>
            <a:ext cx="4345547" cy="24928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"/>
            <a:ext cx="12192000" cy="684657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729762" y="4968875"/>
            <a:ext cx="1725245" cy="1317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4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0840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446399"/>
            <a:ext cx="10801985" cy="573151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 algn="l"/>
            <a:r>
              <a:rPr lang="en-US" altLang="zh-CN">
                <a:sym typeface="+mn-ea"/>
              </a:rPr>
              <a:t>    </a:t>
            </a: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ͼƬ1-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907448" y="4113702"/>
            <a:ext cx="2034000" cy="468000"/>
          </a:xfrm>
          <a:prstGeom prst="roundRect">
            <a:avLst>
              <a:gd name="adj" fmla="val 2597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907448" y="1809751"/>
            <a:ext cx="6011908" cy="205921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章节页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9525"/>
            <a:ext cx="12192635" cy="685673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 rot="10800000" flipV="1">
            <a:off x="0" y="10160"/>
            <a:ext cx="12192635" cy="6847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4000">
                <a:schemeClr val="accent1">
                  <a:alpha val="10000"/>
                </a:scheme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Heavy" panose="00000A00000000000000" charset="-122"/>
            </a:endParaRPr>
          </a:p>
        </p:txBody>
      </p:sp>
      <p:sp>
        <p:nvSpPr>
          <p:cNvPr id="8" name="平行四边形 7"/>
          <p:cNvSpPr/>
          <p:nvPr>
            <p:custDataLst>
              <p:tags r:id="rId5"/>
            </p:custDataLst>
          </p:nvPr>
        </p:nvSpPr>
        <p:spPr>
          <a:xfrm>
            <a:off x="585992" y="5741854"/>
            <a:ext cx="4345547" cy="24928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"/>
            <a:ext cx="12192000" cy="684657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729762" y="4968875"/>
            <a:ext cx="1725245" cy="1317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ͼƬ1-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907448" y="4113702"/>
            <a:ext cx="2034000" cy="468000"/>
          </a:xfrm>
          <a:prstGeom prst="roundRect">
            <a:avLst>
              <a:gd name="adj" fmla="val 2597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907448" y="1809751"/>
            <a:ext cx="6011908" cy="205921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image" Target="../media/image1.jpe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3" Type="http://schemas.openxmlformats.org/officeDocument/2006/relationships/theme" Target="../theme/theme2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3.xml"/><Relationship Id="rId22" Type="http://schemas.openxmlformats.org/officeDocument/2006/relationships/tags" Target="../tags/tag99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image" Target="../media/image1.jpeg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image" Target="../media/image1.jpeg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3" Type="http://schemas.openxmlformats.org/officeDocument/2006/relationships/theme" Target="../theme/theme4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image" Target="../media/image1.jpe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3" Type="http://schemas.openxmlformats.org/officeDocument/2006/relationships/theme" Target="../theme/theme5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image" Target="../media/image1.jpeg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3" Type="http://schemas.openxmlformats.org/officeDocument/2006/relationships/theme" Target="../theme/theme6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image" Target="../media/image1.jpeg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3" Type="http://schemas.openxmlformats.org/officeDocument/2006/relationships/theme" Target="../theme/theme7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Layout" Target="../slideLayouts/slideLayout26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image" Target="../media/image1.jpeg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3" Type="http://schemas.openxmlformats.org/officeDocument/2006/relationships/theme" Target="../theme/theme8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slideLayout" Target="../slideLayouts/slideLayout27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image" Target="../media/image1.jpeg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3" Type="http://schemas.openxmlformats.org/officeDocument/2006/relationships/theme" Target="../theme/theme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slideLayout" Target="../slideLayouts/slideLayout2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image" Target="../media/image1.jpeg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3" Type="http://schemas.openxmlformats.org/officeDocument/2006/relationships/theme" Target="../theme/theme10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slideLayout" Target="../slideLayouts/slideLayout2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image" Target="../media/image1.jpeg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3" Type="http://schemas.openxmlformats.org/officeDocument/2006/relationships/theme" Target="../theme/theme11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slideLayout" Target="../slideLayouts/slideLayout30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image" Target="../media/image1.jpeg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3" Type="http://schemas.openxmlformats.org/officeDocument/2006/relationships/theme" Target="../theme/theme12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slideLayout" Target="../slideLayouts/slideLayout31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image" Target="../media/image1.jpeg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3" Type="http://schemas.openxmlformats.org/officeDocument/2006/relationships/theme" Target="../theme/theme13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image" Target="../media/image1.jpeg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3" Type="http://schemas.openxmlformats.org/officeDocument/2006/relationships/theme" Target="../theme/theme14.xml"/><Relationship Id="rId12" Type="http://schemas.openxmlformats.org/officeDocument/2006/relationships/tags" Target="../tags/tag276.xml"/><Relationship Id="rId11" Type="http://schemas.openxmlformats.org/officeDocument/2006/relationships/tags" Target="../tags/tag275.xml"/><Relationship Id="rId10" Type="http://schemas.openxmlformats.org/officeDocument/2006/relationships/tags" Target="../tags/tag274.xml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image" Target="../media/image1.jpeg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3" Type="http://schemas.openxmlformats.org/officeDocument/2006/relationships/theme" Target="../theme/theme15.xml"/><Relationship Id="rId12" Type="http://schemas.openxmlformats.org/officeDocument/2006/relationships/tags" Target="../tags/tag291.xml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tags" Target="../tags/tag306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image" Target="../media/image1.jpeg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3" Type="http://schemas.openxmlformats.org/officeDocument/2006/relationships/theme" Target="../theme/theme16.xml"/><Relationship Id="rId12" Type="http://schemas.openxmlformats.org/officeDocument/2006/relationships/tags" Target="../tags/tag309.xml"/><Relationship Id="rId11" Type="http://schemas.openxmlformats.org/officeDocument/2006/relationships/tags" Target="../tags/tag308.xml"/><Relationship Id="rId10" Type="http://schemas.openxmlformats.org/officeDocument/2006/relationships/tags" Target="../tags/tag307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image" Target="../media/image1.jpeg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3" Type="http://schemas.openxmlformats.org/officeDocument/2006/relationships/theme" Target="../theme/theme17.xml"/><Relationship Id="rId12" Type="http://schemas.openxmlformats.org/officeDocument/2006/relationships/tags" Target="../tags/tag324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slideLayout" Target="../slideLayouts/slideLayout36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tags" Target="../tags/tag338.xml"/><Relationship Id="rId7" Type="http://schemas.openxmlformats.org/officeDocument/2006/relationships/tags" Target="../tags/tag337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image" Target="../media/image1.jpeg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3" Type="http://schemas.openxmlformats.org/officeDocument/2006/relationships/theme" Target="../theme/theme18.xml"/><Relationship Id="rId12" Type="http://schemas.openxmlformats.org/officeDocument/2006/relationships/tags" Target="../tags/tag342.xml"/><Relationship Id="rId11" Type="http://schemas.openxmlformats.org/officeDocument/2006/relationships/tags" Target="../tags/tag341.xml"/><Relationship Id="rId10" Type="http://schemas.openxmlformats.org/officeDocument/2006/relationships/tags" Target="../tags/tag340.xml"/><Relationship Id="rId1" Type="http://schemas.openxmlformats.org/officeDocument/2006/relationships/slideLayout" Target="../slideLayouts/slideLayout37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tags" Target="../tags/tag354.xml"/><Relationship Id="rId8" Type="http://schemas.openxmlformats.org/officeDocument/2006/relationships/tags" Target="../tags/tag353.xml"/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image" Target="../media/image1.jpeg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3" Type="http://schemas.openxmlformats.org/officeDocument/2006/relationships/theme" Target="../theme/theme19.xml"/><Relationship Id="rId12" Type="http://schemas.openxmlformats.org/officeDocument/2006/relationships/tags" Target="../tags/tag357.xml"/><Relationship Id="rId11" Type="http://schemas.openxmlformats.org/officeDocument/2006/relationships/tags" Target="../tags/tag356.xml"/><Relationship Id="rId10" Type="http://schemas.openxmlformats.org/officeDocument/2006/relationships/tags" Target="../tags/tag355.xml"/><Relationship Id="rId1" Type="http://schemas.openxmlformats.org/officeDocument/2006/relationships/slideLayout" Target="../slideLayouts/slideLayout38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image" Target="../media/image1.jpeg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3" Type="http://schemas.openxmlformats.org/officeDocument/2006/relationships/theme" Target="../theme/theme20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slideLayout" Target="../slideLayouts/slideLayout39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image" Target="../media/image1.jpeg"/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3" Type="http://schemas.openxmlformats.org/officeDocument/2006/relationships/theme" Target="../theme/theme21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slideLayout" Target="../slideLayouts/slideLayout40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tags" Target="../tags/tag401.xml"/><Relationship Id="rId8" Type="http://schemas.openxmlformats.org/officeDocument/2006/relationships/tags" Target="../tags/tag400.xml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image" Target="../media/image1.jpeg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3" Type="http://schemas.openxmlformats.org/officeDocument/2006/relationships/theme" Target="../theme/theme22.xml"/><Relationship Id="rId12" Type="http://schemas.openxmlformats.org/officeDocument/2006/relationships/tags" Target="../tags/tag404.xml"/><Relationship Id="rId11" Type="http://schemas.openxmlformats.org/officeDocument/2006/relationships/tags" Target="../tags/tag403.xml"/><Relationship Id="rId10" Type="http://schemas.openxmlformats.org/officeDocument/2006/relationships/tags" Target="../tags/tag402.xml"/><Relationship Id="rId1" Type="http://schemas.openxmlformats.org/officeDocument/2006/relationships/slideLayout" Target="../slideLayouts/slideLayout41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image" Target="../media/image1.jpeg"/><Relationship Id="rId3" Type="http://schemas.openxmlformats.org/officeDocument/2006/relationships/tags" Target="../tags/tag411.xml"/><Relationship Id="rId2" Type="http://schemas.openxmlformats.org/officeDocument/2006/relationships/tags" Target="../tags/tag410.xml"/><Relationship Id="rId13" Type="http://schemas.openxmlformats.org/officeDocument/2006/relationships/theme" Target="../theme/theme23.xml"/><Relationship Id="rId12" Type="http://schemas.openxmlformats.org/officeDocument/2006/relationships/tags" Target="../tags/tag419.xml"/><Relationship Id="rId11" Type="http://schemas.openxmlformats.org/officeDocument/2006/relationships/tags" Target="../tags/tag418.xml"/><Relationship Id="rId10" Type="http://schemas.openxmlformats.org/officeDocument/2006/relationships/tags" Target="../tags/tag417.xml"/><Relationship Id="rId1" Type="http://schemas.openxmlformats.org/officeDocument/2006/relationships/slideLayout" Target="../slideLayouts/slideLayout42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tags" Target="../tags/tag431.xml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image" Target="../media/image1.jpeg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3" Type="http://schemas.openxmlformats.org/officeDocument/2006/relationships/theme" Target="../theme/theme24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1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" Type="http://schemas.openxmlformats.org/officeDocument/2006/relationships/tags" Target="../tags/tag43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47.xml"/><Relationship Id="rId8" Type="http://schemas.openxmlformats.org/officeDocument/2006/relationships/tags" Target="../tags/tag446.xml"/><Relationship Id="rId7" Type="http://schemas.openxmlformats.org/officeDocument/2006/relationships/tags" Target="../tags/tag445.xml"/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4" Type="http://schemas.openxmlformats.org/officeDocument/2006/relationships/tags" Target="../tags/tag442.xml"/><Relationship Id="rId3" Type="http://schemas.openxmlformats.org/officeDocument/2006/relationships/tags" Target="../tags/tag441.xml"/><Relationship Id="rId22" Type="http://schemas.openxmlformats.org/officeDocument/2006/relationships/slideLayout" Target="../slideLayouts/slideLayout14.xml"/><Relationship Id="rId21" Type="http://schemas.openxmlformats.org/officeDocument/2006/relationships/tags" Target="../tags/tag459.xml"/><Relationship Id="rId20" Type="http://schemas.openxmlformats.org/officeDocument/2006/relationships/tags" Target="../tags/tag458.xml"/><Relationship Id="rId2" Type="http://schemas.openxmlformats.org/officeDocument/2006/relationships/tags" Target="../tags/tag440.xml"/><Relationship Id="rId19" Type="http://schemas.openxmlformats.org/officeDocument/2006/relationships/tags" Target="../tags/tag457.xml"/><Relationship Id="rId18" Type="http://schemas.openxmlformats.org/officeDocument/2006/relationships/tags" Target="../tags/tag456.xml"/><Relationship Id="rId17" Type="http://schemas.openxmlformats.org/officeDocument/2006/relationships/tags" Target="../tags/tag455.xml"/><Relationship Id="rId16" Type="http://schemas.openxmlformats.org/officeDocument/2006/relationships/tags" Target="../tags/tag454.xml"/><Relationship Id="rId15" Type="http://schemas.openxmlformats.org/officeDocument/2006/relationships/tags" Target="../tags/tag453.xml"/><Relationship Id="rId14" Type="http://schemas.openxmlformats.org/officeDocument/2006/relationships/tags" Target="../tags/tag452.xml"/><Relationship Id="rId13" Type="http://schemas.openxmlformats.org/officeDocument/2006/relationships/tags" Target="../tags/tag451.xml"/><Relationship Id="rId12" Type="http://schemas.openxmlformats.org/officeDocument/2006/relationships/tags" Target="../tags/tag450.xml"/><Relationship Id="rId11" Type="http://schemas.openxmlformats.org/officeDocument/2006/relationships/tags" Target="../tags/tag449.xml"/><Relationship Id="rId10" Type="http://schemas.openxmlformats.org/officeDocument/2006/relationships/tags" Target="../tags/tag448.xml"/><Relationship Id="rId1" Type="http://schemas.openxmlformats.org/officeDocument/2006/relationships/tags" Target="../tags/tag43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" Type="http://schemas.openxmlformats.org/officeDocument/2006/relationships/tags" Target="../tags/tag46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70.xml"/><Relationship Id="rId8" Type="http://schemas.openxmlformats.org/officeDocument/2006/relationships/tags" Target="../tags/tag469.xml"/><Relationship Id="rId7" Type="http://schemas.openxmlformats.org/officeDocument/2006/relationships/tags" Target="../tags/tag468.xml"/><Relationship Id="rId6" Type="http://schemas.openxmlformats.org/officeDocument/2006/relationships/tags" Target="../tags/tag467.xml"/><Relationship Id="rId5" Type="http://schemas.openxmlformats.org/officeDocument/2006/relationships/tags" Target="../tags/tag466.xml"/><Relationship Id="rId4" Type="http://schemas.openxmlformats.org/officeDocument/2006/relationships/image" Target="../media/image7.jpeg"/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473.xml"/><Relationship Id="rId11" Type="http://schemas.openxmlformats.org/officeDocument/2006/relationships/tags" Target="../tags/tag472.xml"/><Relationship Id="rId10" Type="http://schemas.openxmlformats.org/officeDocument/2006/relationships/tags" Target="../tags/tag471.xml"/><Relationship Id="rId1" Type="http://schemas.openxmlformats.org/officeDocument/2006/relationships/tags" Target="../tags/tag46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81.xml"/><Relationship Id="rId8" Type="http://schemas.openxmlformats.org/officeDocument/2006/relationships/tags" Target="../tags/tag480.xml"/><Relationship Id="rId7" Type="http://schemas.openxmlformats.org/officeDocument/2006/relationships/tags" Target="../tags/tag479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4" Type="http://schemas.openxmlformats.org/officeDocument/2006/relationships/tags" Target="../tags/tag476.xml"/><Relationship Id="rId3" Type="http://schemas.openxmlformats.org/officeDocument/2006/relationships/image" Target="../media/image8.jpeg"/><Relationship Id="rId2" Type="http://schemas.openxmlformats.org/officeDocument/2006/relationships/tags" Target="../tags/tag475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482.xml"/><Relationship Id="rId1" Type="http://schemas.openxmlformats.org/officeDocument/2006/relationships/tags" Target="../tags/tag47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85.xml"/><Relationship Id="rId2" Type="http://schemas.openxmlformats.org/officeDocument/2006/relationships/tags" Target="../tags/tag484.xml"/><Relationship Id="rId1" Type="http://schemas.openxmlformats.org/officeDocument/2006/relationships/tags" Target="../tags/tag48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3.xml"/><Relationship Id="rId8" Type="http://schemas.openxmlformats.org/officeDocument/2006/relationships/tags" Target="../tags/tag492.xml"/><Relationship Id="rId7" Type="http://schemas.openxmlformats.org/officeDocument/2006/relationships/tags" Target="../tags/tag491.xml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Relationship Id="rId3" Type="http://schemas.openxmlformats.org/officeDocument/2006/relationships/tags" Target="../tags/tag487.xml"/><Relationship Id="rId24" Type="http://schemas.openxmlformats.org/officeDocument/2006/relationships/slideLayout" Target="../slideLayouts/slideLayout18.xml"/><Relationship Id="rId23" Type="http://schemas.openxmlformats.org/officeDocument/2006/relationships/tags" Target="../tags/tag501.xml"/><Relationship Id="rId22" Type="http://schemas.openxmlformats.org/officeDocument/2006/relationships/image" Target="../media/image15.svg"/><Relationship Id="rId21" Type="http://schemas.openxmlformats.org/officeDocument/2006/relationships/image" Target="../media/image14.png"/><Relationship Id="rId20" Type="http://schemas.openxmlformats.org/officeDocument/2006/relationships/tags" Target="../tags/tag500.xml"/><Relationship Id="rId2" Type="http://schemas.openxmlformats.org/officeDocument/2006/relationships/image" Target="../media/image9.jpeg"/><Relationship Id="rId19" Type="http://schemas.openxmlformats.org/officeDocument/2006/relationships/image" Target="../media/image13.svg"/><Relationship Id="rId18" Type="http://schemas.openxmlformats.org/officeDocument/2006/relationships/image" Target="../media/image12.png"/><Relationship Id="rId17" Type="http://schemas.openxmlformats.org/officeDocument/2006/relationships/tags" Target="../tags/tag499.xml"/><Relationship Id="rId16" Type="http://schemas.openxmlformats.org/officeDocument/2006/relationships/tags" Target="../tags/tag498.xml"/><Relationship Id="rId15" Type="http://schemas.openxmlformats.org/officeDocument/2006/relationships/image" Target="../media/image11.svg"/><Relationship Id="rId14" Type="http://schemas.openxmlformats.org/officeDocument/2006/relationships/image" Target="../media/image10.png"/><Relationship Id="rId13" Type="http://schemas.openxmlformats.org/officeDocument/2006/relationships/tags" Target="../tags/tag497.xml"/><Relationship Id="rId12" Type="http://schemas.openxmlformats.org/officeDocument/2006/relationships/tags" Target="../tags/tag496.xml"/><Relationship Id="rId11" Type="http://schemas.openxmlformats.org/officeDocument/2006/relationships/tags" Target="../tags/tag495.xml"/><Relationship Id="rId10" Type="http://schemas.openxmlformats.org/officeDocument/2006/relationships/tags" Target="../tags/tag494.xml"/><Relationship Id="rId1" Type="http://schemas.openxmlformats.org/officeDocument/2006/relationships/tags" Target="../tags/tag48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08.xml"/><Relationship Id="rId8" Type="http://schemas.openxmlformats.org/officeDocument/2006/relationships/tags" Target="../tags/tag507.xml"/><Relationship Id="rId7" Type="http://schemas.openxmlformats.org/officeDocument/2006/relationships/tags" Target="../tags/tag506.xml"/><Relationship Id="rId6" Type="http://schemas.openxmlformats.org/officeDocument/2006/relationships/tags" Target="../tags/tag505.xml"/><Relationship Id="rId5" Type="http://schemas.openxmlformats.org/officeDocument/2006/relationships/image" Target="../media/image17.jpeg"/><Relationship Id="rId4" Type="http://schemas.openxmlformats.org/officeDocument/2006/relationships/tags" Target="../tags/tag504.xml"/><Relationship Id="rId3" Type="http://schemas.openxmlformats.org/officeDocument/2006/relationships/image" Target="../media/image16.png"/><Relationship Id="rId2" Type="http://schemas.openxmlformats.org/officeDocument/2006/relationships/tags" Target="../tags/tag503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517.xml"/><Relationship Id="rId17" Type="http://schemas.openxmlformats.org/officeDocument/2006/relationships/tags" Target="../tags/tag516.xml"/><Relationship Id="rId16" Type="http://schemas.openxmlformats.org/officeDocument/2006/relationships/tags" Target="../tags/tag515.xml"/><Relationship Id="rId15" Type="http://schemas.openxmlformats.org/officeDocument/2006/relationships/tags" Target="../tags/tag514.xml"/><Relationship Id="rId14" Type="http://schemas.openxmlformats.org/officeDocument/2006/relationships/tags" Target="../tags/tag513.xml"/><Relationship Id="rId13" Type="http://schemas.openxmlformats.org/officeDocument/2006/relationships/tags" Target="../tags/tag512.xml"/><Relationship Id="rId12" Type="http://schemas.openxmlformats.org/officeDocument/2006/relationships/tags" Target="../tags/tag511.xml"/><Relationship Id="rId11" Type="http://schemas.openxmlformats.org/officeDocument/2006/relationships/tags" Target="../tags/tag510.xml"/><Relationship Id="rId10" Type="http://schemas.openxmlformats.org/officeDocument/2006/relationships/tags" Target="../tags/tag509.xml"/><Relationship Id="rId1" Type="http://schemas.openxmlformats.org/officeDocument/2006/relationships/tags" Target="../tags/tag50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20.xml"/><Relationship Id="rId2" Type="http://schemas.openxmlformats.org/officeDocument/2006/relationships/tags" Target="../tags/tag519.xml"/><Relationship Id="rId1" Type="http://schemas.openxmlformats.org/officeDocument/2006/relationships/tags" Target="../tags/tag5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8.xml"/><Relationship Id="rId8" Type="http://schemas.openxmlformats.org/officeDocument/2006/relationships/tags" Target="../tags/tag527.xml"/><Relationship Id="rId7" Type="http://schemas.openxmlformats.org/officeDocument/2006/relationships/tags" Target="../tags/tag526.xml"/><Relationship Id="rId6" Type="http://schemas.openxmlformats.org/officeDocument/2006/relationships/tags" Target="../tags/tag525.xml"/><Relationship Id="rId5" Type="http://schemas.openxmlformats.org/officeDocument/2006/relationships/tags" Target="../tags/tag524.xml"/><Relationship Id="rId4" Type="http://schemas.openxmlformats.org/officeDocument/2006/relationships/tags" Target="../tags/tag523.xml"/><Relationship Id="rId3" Type="http://schemas.openxmlformats.org/officeDocument/2006/relationships/tags" Target="../tags/tag522.xml"/><Relationship Id="rId2" Type="http://schemas.openxmlformats.org/officeDocument/2006/relationships/image" Target="../media/image18.jpeg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536.xml"/><Relationship Id="rId16" Type="http://schemas.openxmlformats.org/officeDocument/2006/relationships/tags" Target="../tags/tag535.xml"/><Relationship Id="rId15" Type="http://schemas.openxmlformats.org/officeDocument/2006/relationships/tags" Target="../tags/tag534.xml"/><Relationship Id="rId14" Type="http://schemas.openxmlformats.org/officeDocument/2006/relationships/tags" Target="../tags/tag533.xml"/><Relationship Id="rId13" Type="http://schemas.openxmlformats.org/officeDocument/2006/relationships/tags" Target="../tags/tag532.xml"/><Relationship Id="rId12" Type="http://schemas.openxmlformats.org/officeDocument/2006/relationships/tags" Target="../tags/tag531.xml"/><Relationship Id="rId11" Type="http://schemas.openxmlformats.org/officeDocument/2006/relationships/tags" Target="../tags/tag530.xml"/><Relationship Id="rId10" Type="http://schemas.openxmlformats.org/officeDocument/2006/relationships/tags" Target="../tags/tag529.xml"/><Relationship Id="rId1" Type="http://schemas.openxmlformats.org/officeDocument/2006/relationships/tags" Target="../tags/tag5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43.xml"/><Relationship Id="rId8" Type="http://schemas.openxmlformats.org/officeDocument/2006/relationships/tags" Target="../tags/tag54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tags" Target="../tags/tag541.xml"/><Relationship Id="rId4" Type="http://schemas.openxmlformats.org/officeDocument/2006/relationships/tags" Target="../tags/tag540.xml"/><Relationship Id="rId3" Type="http://schemas.openxmlformats.org/officeDocument/2006/relationships/tags" Target="../tags/tag539.xml"/><Relationship Id="rId26" Type="http://schemas.openxmlformats.org/officeDocument/2006/relationships/slideLayout" Target="../slideLayouts/slideLayout18.xml"/><Relationship Id="rId25" Type="http://schemas.openxmlformats.org/officeDocument/2006/relationships/tags" Target="../tags/tag555.xml"/><Relationship Id="rId24" Type="http://schemas.openxmlformats.org/officeDocument/2006/relationships/tags" Target="../tags/tag554.xml"/><Relationship Id="rId23" Type="http://schemas.openxmlformats.org/officeDocument/2006/relationships/image" Target="../media/image24.svg"/><Relationship Id="rId22" Type="http://schemas.openxmlformats.org/officeDocument/2006/relationships/image" Target="../media/image23.png"/><Relationship Id="rId21" Type="http://schemas.openxmlformats.org/officeDocument/2006/relationships/tags" Target="../tags/tag553.xml"/><Relationship Id="rId20" Type="http://schemas.openxmlformats.org/officeDocument/2006/relationships/image" Target="../media/image22.svg"/><Relationship Id="rId2" Type="http://schemas.openxmlformats.org/officeDocument/2006/relationships/tags" Target="../tags/tag538.xml"/><Relationship Id="rId19" Type="http://schemas.openxmlformats.org/officeDocument/2006/relationships/image" Target="../media/image21.png"/><Relationship Id="rId18" Type="http://schemas.openxmlformats.org/officeDocument/2006/relationships/tags" Target="../tags/tag552.xml"/><Relationship Id="rId17" Type="http://schemas.openxmlformats.org/officeDocument/2006/relationships/tags" Target="../tags/tag551.xml"/><Relationship Id="rId16" Type="http://schemas.openxmlformats.org/officeDocument/2006/relationships/tags" Target="../tags/tag550.xml"/><Relationship Id="rId15" Type="http://schemas.openxmlformats.org/officeDocument/2006/relationships/tags" Target="../tags/tag549.xml"/><Relationship Id="rId14" Type="http://schemas.openxmlformats.org/officeDocument/2006/relationships/tags" Target="../tags/tag548.xml"/><Relationship Id="rId13" Type="http://schemas.openxmlformats.org/officeDocument/2006/relationships/tags" Target="../tags/tag547.xml"/><Relationship Id="rId12" Type="http://schemas.openxmlformats.org/officeDocument/2006/relationships/tags" Target="../tags/tag546.xml"/><Relationship Id="rId11" Type="http://schemas.openxmlformats.org/officeDocument/2006/relationships/tags" Target="../tags/tag545.xml"/><Relationship Id="rId10" Type="http://schemas.openxmlformats.org/officeDocument/2006/relationships/tags" Target="../tags/tag544.xml"/><Relationship Id="rId1" Type="http://schemas.openxmlformats.org/officeDocument/2006/relationships/tags" Target="../tags/tag53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58.xml"/><Relationship Id="rId2" Type="http://schemas.openxmlformats.org/officeDocument/2006/relationships/tags" Target="../tags/tag557.xml"/><Relationship Id="rId1" Type="http://schemas.openxmlformats.org/officeDocument/2006/relationships/tags" Target="../tags/tag55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65.xml"/><Relationship Id="rId8" Type="http://schemas.openxmlformats.org/officeDocument/2006/relationships/image" Target="../media/image26.jpeg"/><Relationship Id="rId7" Type="http://schemas.openxmlformats.org/officeDocument/2006/relationships/tags" Target="../tags/tag564.xml"/><Relationship Id="rId6" Type="http://schemas.openxmlformats.org/officeDocument/2006/relationships/tags" Target="../tags/tag563.xml"/><Relationship Id="rId5" Type="http://schemas.openxmlformats.org/officeDocument/2006/relationships/image" Target="../media/image25.jpeg"/><Relationship Id="rId4" Type="http://schemas.openxmlformats.org/officeDocument/2006/relationships/tags" Target="../tags/tag562.xml"/><Relationship Id="rId3" Type="http://schemas.openxmlformats.org/officeDocument/2006/relationships/tags" Target="../tags/tag561.xml"/><Relationship Id="rId2" Type="http://schemas.openxmlformats.org/officeDocument/2006/relationships/tags" Target="../tags/tag560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568.xml"/><Relationship Id="rId11" Type="http://schemas.openxmlformats.org/officeDocument/2006/relationships/tags" Target="../tags/tag567.xml"/><Relationship Id="rId10" Type="http://schemas.openxmlformats.org/officeDocument/2006/relationships/tags" Target="../tags/tag566.xml"/><Relationship Id="rId1" Type="http://schemas.openxmlformats.org/officeDocument/2006/relationships/tags" Target="../tags/tag55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76.xml"/><Relationship Id="rId8" Type="http://schemas.openxmlformats.org/officeDocument/2006/relationships/tags" Target="../tags/tag575.xml"/><Relationship Id="rId7" Type="http://schemas.openxmlformats.org/officeDocument/2006/relationships/tags" Target="../tags/tag574.xml"/><Relationship Id="rId6" Type="http://schemas.openxmlformats.org/officeDocument/2006/relationships/tags" Target="../tags/tag573.xml"/><Relationship Id="rId5" Type="http://schemas.openxmlformats.org/officeDocument/2006/relationships/tags" Target="../tags/tag572.xml"/><Relationship Id="rId4" Type="http://schemas.openxmlformats.org/officeDocument/2006/relationships/tags" Target="../tags/tag571.xml"/><Relationship Id="rId3" Type="http://schemas.openxmlformats.org/officeDocument/2006/relationships/tags" Target="../tags/tag570.xml"/><Relationship Id="rId2" Type="http://schemas.openxmlformats.org/officeDocument/2006/relationships/image" Target="../media/image27.jpe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577.xml"/><Relationship Id="rId1" Type="http://schemas.openxmlformats.org/officeDocument/2006/relationships/tags" Target="../tags/tag56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86.xml"/><Relationship Id="rId8" Type="http://schemas.openxmlformats.org/officeDocument/2006/relationships/tags" Target="../tags/tag585.xml"/><Relationship Id="rId7" Type="http://schemas.openxmlformats.org/officeDocument/2006/relationships/tags" Target="../tags/tag584.xml"/><Relationship Id="rId6" Type="http://schemas.openxmlformats.org/officeDocument/2006/relationships/tags" Target="../tags/tag583.xml"/><Relationship Id="rId5" Type="http://schemas.openxmlformats.org/officeDocument/2006/relationships/tags" Target="../tags/tag582.xml"/><Relationship Id="rId4" Type="http://schemas.openxmlformats.org/officeDocument/2006/relationships/tags" Target="../tags/tag581.xml"/><Relationship Id="rId3" Type="http://schemas.openxmlformats.org/officeDocument/2006/relationships/tags" Target="../tags/tag580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18.xml"/><Relationship Id="rId20" Type="http://schemas.openxmlformats.org/officeDocument/2006/relationships/tags" Target="../tags/tag593.xml"/><Relationship Id="rId2" Type="http://schemas.openxmlformats.org/officeDocument/2006/relationships/tags" Target="../tags/tag579.xml"/><Relationship Id="rId19" Type="http://schemas.openxmlformats.org/officeDocument/2006/relationships/image" Target="../media/image31.svg"/><Relationship Id="rId18" Type="http://schemas.openxmlformats.org/officeDocument/2006/relationships/image" Target="../media/image30.png"/><Relationship Id="rId17" Type="http://schemas.openxmlformats.org/officeDocument/2006/relationships/tags" Target="../tags/tag592.xml"/><Relationship Id="rId16" Type="http://schemas.openxmlformats.org/officeDocument/2006/relationships/image" Target="../media/image29.svg"/><Relationship Id="rId15" Type="http://schemas.openxmlformats.org/officeDocument/2006/relationships/image" Target="../media/image28.png"/><Relationship Id="rId14" Type="http://schemas.openxmlformats.org/officeDocument/2006/relationships/tags" Target="../tags/tag591.xml"/><Relationship Id="rId13" Type="http://schemas.openxmlformats.org/officeDocument/2006/relationships/tags" Target="../tags/tag590.xml"/><Relationship Id="rId12" Type="http://schemas.openxmlformats.org/officeDocument/2006/relationships/tags" Target="../tags/tag589.xml"/><Relationship Id="rId11" Type="http://schemas.openxmlformats.org/officeDocument/2006/relationships/tags" Target="../tags/tag588.xml"/><Relationship Id="rId10" Type="http://schemas.openxmlformats.org/officeDocument/2006/relationships/tags" Target="../tags/tag587.xml"/><Relationship Id="rId1" Type="http://schemas.openxmlformats.org/officeDocument/2006/relationships/tags" Target="../tags/tag57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600.xml"/><Relationship Id="rId7" Type="http://schemas.openxmlformats.org/officeDocument/2006/relationships/tags" Target="../tags/tag599.xml"/><Relationship Id="rId6" Type="http://schemas.openxmlformats.org/officeDocument/2006/relationships/tags" Target="../tags/tag598.xml"/><Relationship Id="rId5" Type="http://schemas.openxmlformats.org/officeDocument/2006/relationships/tags" Target="../tags/tag597.xml"/><Relationship Id="rId4" Type="http://schemas.openxmlformats.org/officeDocument/2006/relationships/tags" Target="../tags/tag596.xml"/><Relationship Id="rId3" Type="http://schemas.openxmlformats.org/officeDocument/2006/relationships/tags" Target="../tags/tag595.xml"/><Relationship Id="rId2" Type="http://schemas.openxmlformats.org/officeDocument/2006/relationships/image" Target="../media/image32.jpeg"/><Relationship Id="rId10" Type="http://schemas.openxmlformats.org/officeDocument/2006/relationships/notesSlide" Target="../notesSlides/notesSlide10.xml"/><Relationship Id="rId1" Type="http://schemas.openxmlformats.org/officeDocument/2006/relationships/tags" Target="../tags/tag59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" Type="http://schemas.openxmlformats.org/officeDocument/2006/relationships/tags" Target="../tags/tag60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tags" Target="../tags/tag608.xml"/><Relationship Id="rId4" Type="http://schemas.openxmlformats.org/officeDocument/2006/relationships/tags" Target="../tags/tag607.xml"/><Relationship Id="rId3" Type="http://schemas.openxmlformats.org/officeDocument/2006/relationships/tags" Target="../tags/tag606.xml"/><Relationship Id="rId2" Type="http://schemas.openxmlformats.org/officeDocument/2006/relationships/tags" Target="../tags/tag605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613.xml"/><Relationship Id="rId13" Type="http://schemas.openxmlformats.org/officeDocument/2006/relationships/image" Target="../media/image36.svg"/><Relationship Id="rId12" Type="http://schemas.openxmlformats.org/officeDocument/2006/relationships/image" Target="../media/image35.png"/><Relationship Id="rId11" Type="http://schemas.openxmlformats.org/officeDocument/2006/relationships/tags" Target="../tags/tag612.xml"/><Relationship Id="rId10" Type="http://schemas.openxmlformats.org/officeDocument/2006/relationships/image" Target="../media/image34.svg"/><Relationship Id="rId1" Type="http://schemas.openxmlformats.org/officeDocument/2006/relationships/tags" Target="../tags/tag60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619.xml"/><Relationship Id="rId6" Type="http://schemas.openxmlformats.org/officeDocument/2006/relationships/tags" Target="../tags/tag618.xml"/><Relationship Id="rId5" Type="http://schemas.openxmlformats.org/officeDocument/2006/relationships/tags" Target="../tags/tag617.xml"/><Relationship Id="rId4" Type="http://schemas.openxmlformats.org/officeDocument/2006/relationships/image" Target="../media/image37.jpeg"/><Relationship Id="rId3" Type="http://schemas.openxmlformats.org/officeDocument/2006/relationships/tags" Target="../tags/tag616.xml"/><Relationship Id="rId2" Type="http://schemas.openxmlformats.org/officeDocument/2006/relationships/tags" Target="../tags/tag615.xml"/><Relationship Id="rId1" Type="http://schemas.openxmlformats.org/officeDocument/2006/relationships/tags" Target="../tags/tag61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627.xml"/><Relationship Id="rId7" Type="http://schemas.openxmlformats.org/officeDocument/2006/relationships/tags" Target="../tags/tag626.xml"/><Relationship Id="rId6" Type="http://schemas.openxmlformats.org/officeDocument/2006/relationships/tags" Target="../tags/tag625.xml"/><Relationship Id="rId5" Type="http://schemas.openxmlformats.org/officeDocument/2006/relationships/tags" Target="../tags/tag624.xml"/><Relationship Id="rId4" Type="http://schemas.openxmlformats.org/officeDocument/2006/relationships/tags" Target="../tags/tag623.xml"/><Relationship Id="rId3" Type="http://schemas.openxmlformats.org/officeDocument/2006/relationships/tags" Target="../tags/tag622.xml"/><Relationship Id="rId2" Type="http://schemas.openxmlformats.org/officeDocument/2006/relationships/tags" Target="../tags/tag621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630.xml"/><Relationship Id="rId16" Type="http://schemas.openxmlformats.org/officeDocument/2006/relationships/image" Target="../media/image43.svg"/><Relationship Id="rId15" Type="http://schemas.openxmlformats.org/officeDocument/2006/relationships/image" Target="../media/image42.png"/><Relationship Id="rId14" Type="http://schemas.openxmlformats.org/officeDocument/2006/relationships/tags" Target="../tags/tag629.xml"/><Relationship Id="rId13" Type="http://schemas.openxmlformats.org/officeDocument/2006/relationships/image" Target="../media/image41.svg"/><Relationship Id="rId12" Type="http://schemas.openxmlformats.org/officeDocument/2006/relationships/image" Target="../media/image40.png"/><Relationship Id="rId11" Type="http://schemas.openxmlformats.org/officeDocument/2006/relationships/tags" Target="../tags/tag628.xml"/><Relationship Id="rId10" Type="http://schemas.openxmlformats.org/officeDocument/2006/relationships/image" Target="../media/image39.svg"/><Relationship Id="rId1" Type="http://schemas.openxmlformats.org/officeDocument/2006/relationships/tags" Target="../tags/tag6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33.xml"/><Relationship Id="rId2" Type="http://schemas.openxmlformats.org/officeDocument/2006/relationships/tags" Target="../tags/tag632.xml"/><Relationship Id="rId1" Type="http://schemas.openxmlformats.org/officeDocument/2006/relationships/tags" Target="../tags/tag63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642.xml"/><Relationship Id="rId8" Type="http://schemas.openxmlformats.org/officeDocument/2006/relationships/tags" Target="../tags/tag641.xml"/><Relationship Id="rId7" Type="http://schemas.openxmlformats.org/officeDocument/2006/relationships/tags" Target="../tags/tag640.xml"/><Relationship Id="rId6" Type="http://schemas.openxmlformats.org/officeDocument/2006/relationships/tags" Target="../tags/tag639.xml"/><Relationship Id="rId5" Type="http://schemas.openxmlformats.org/officeDocument/2006/relationships/tags" Target="../tags/tag638.xml"/><Relationship Id="rId4" Type="http://schemas.openxmlformats.org/officeDocument/2006/relationships/tags" Target="../tags/tag637.xml"/><Relationship Id="rId3" Type="http://schemas.openxmlformats.org/officeDocument/2006/relationships/tags" Target="../tags/tag636.xml"/><Relationship Id="rId24" Type="http://schemas.openxmlformats.org/officeDocument/2006/relationships/slideLayout" Target="../slideLayouts/slideLayout18.xml"/><Relationship Id="rId23" Type="http://schemas.openxmlformats.org/officeDocument/2006/relationships/tags" Target="../tags/tag650.xml"/><Relationship Id="rId22" Type="http://schemas.openxmlformats.org/officeDocument/2006/relationships/image" Target="../media/image49.svg"/><Relationship Id="rId21" Type="http://schemas.openxmlformats.org/officeDocument/2006/relationships/image" Target="../media/image48.png"/><Relationship Id="rId20" Type="http://schemas.openxmlformats.org/officeDocument/2006/relationships/tags" Target="../tags/tag649.xml"/><Relationship Id="rId2" Type="http://schemas.openxmlformats.org/officeDocument/2006/relationships/tags" Target="../tags/tag635.xml"/><Relationship Id="rId19" Type="http://schemas.openxmlformats.org/officeDocument/2006/relationships/image" Target="../media/image47.svg"/><Relationship Id="rId18" Type="http://schemas.openxmlformats.org/officeDocument/2006/relationships/image" Target="../media/image46.png"/><Relationship Id="rId17" Type="http://schemas.openxmlformats.org/officeDocument/2006/relationships/tags" Target="../tags/tag648.xml"/><Relationship Id="rId16" Type="http://schemas.openxmlformats.org/officeDocument/2006/relationships/image" Target="../media/image45.svg"/><Relationship Id="rId15" Type="http://schemas.openxmlformats.org/officeDocument/2006/relationships/image" Target="../media/image44.png"/><Relationship Id="rId14" Type="http://schemas.openxmlformats.org/officeDocument/2006/relationships/tags" Target="../tags/tag647.xml"/><Relationship Id="rId13" Type="http://schemas.openxmlformats.org/officeDocument/2006/relationships/tags" Target="../tags/tag646.xml"/><Relationship Id="rId12" Type="http://schemas.openxmlformats.org/officeDocument/2006/relationships/tags" Target="../tags/tag645.xml"/><Relationship Id="rId11" Type="http://schemas.openxmlformats.org/officeDocument/2006/relationships/tags" Target="../tags/tag644.xml"/><Relationship Id="rId10" Type="http://schemas.openxmlformats.org/officeDocument/2006/relationships/tags" Target="../tags/tag643.xml"/><Relationship Id="rId1" Type="http://schemas.openxmlformats.org/officeDocument/2006/relationships/tags" Target="../tags/tag634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2.xml"/><Relationship Id="rId3" Type="http://schemas.openxmlformats.org/officeDocument/2006/relationships/tags" Target="../tags/tag653.xml"/><Relationship Id="rId2" Type="http://schemas.openxmlformats.org/officeDocument/2006/relationships/tags" Target="../tags/tag652.xml"/><Relationship Id="rId1" Type="http://schemas.openxmlformats.org/officeDocument/2006/relationships/tags" Target="../tags/tag6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WPS</a:t>
            </a:r>
            <a:endParaRPr lang="en-US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添加副标题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P1S X1E 全方位解析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>
            <a:off x="319118" y="-13336"/>
            <a:ext cx="0" cy="356712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序号"/>
          <p:cNvSpPr txBox="1"/>
          <p:nvPr>
            <p:custDataLst>
              <p:tags r:id="rId3"/>
            </p:custDataLst>
          </p:nvPr>
        </p:nvSpPr>
        <p:spPr>
          <a:xfrm>
            <a:off x="329224" y="2245049"/>
            <a:ext cx="1400864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66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01</a:t>
            </a:r>
            <a:endParaRPr lang="en-US" sz="66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0" name="标题"/>
          <p:cNvSpPr txBox="1"/>
          <p:nvPr>
            <p:custDataLst>
              <p:tags r:id="rId4"/>
            </p:custDataLst>
          </p:nvPr>
        </p:nvSpPr>
        <p:spPr>
          <a:xfrm>
            <a:off x="420370" y="3282525"/>
            <a:ext cx="1700530" cy="1313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P1S X1E 概述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>
            <a:off x="2273614" y="-10471"/>
            <a:ext cx="0" cy="310515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序号"/>
          <p:cNvSpPr txBox="1"/>
          <p:nvPr>
            <p:custDataLst>
              <p:tags r:id="rId6"/>
            </p:custDataLst>
          </p:nvPr>
        </p:nvSpPr>
        <p:spPr>
          <a:xfrm>
            <a:off x="2304750" y="1785944"/>
            <a:ext cx="1379833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66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02</a:t>
            </a:r>
            <a:endParaRPr lang="en-US" sz="66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3" name="标题"/>
          <p:cNvSpPr txBox="1"/>
          <p:nvPr>
            <p:custDataLst>
              <p:tags r:id="rId7"/>
            </p:custDataLst>
          </p:nvPr>
        </p:nvSpPr>
        <p:spPr>
          <a:xfrm>
            <a:off x="2374265" y="2823420"/>
            <a:ext cx="1700530" cy="1313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外观设计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>
            <a:off x="4218004" y="-13336"/>
            <a:ext cx="0" cy="356712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序号"/>
          <p:cNvSpPr txBox="1"/>
          <p:nvPr>
            <p:custDataLst>
              <p:tags r:id="rId9"/>
            </p:custDataLst>
          </p:nvPr>
        </p:nvSpPr>
        <p:spPr>
          <a:xfrm>
            <a:off x="4186866" y="2245049"/>
            <a:ext cx="1442107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66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03</a:t>
            </a:r>
            <a:endParaRPr lang="en-US" sz="66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8" name="标题"/>
          <p:cNvSpPr txBox="1"/>
          <p:nvPr>
            <p:custDataLst>
              <p:tags r:id="rId10"/>
            </p:custDataLst>
          </p:nvPr>
        </p:nvSpPr>
        <p:spPr>
          <a:xfrm>
            <a:off x="4319270" y="3282525"/>
            <a:ext cx="1700530" cy="1313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核心性能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1"/>
            </p:custDataLst>
          </p:nvPr>
        </p:nvCxnSpPr>
        <p:spPr>
          <a:xfrm>
            <a:off x="6172500" y="-10471"/>
            <a:ext cx="0" cy="310515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序号"/>
          <p:cNvSpPr txBox="1"/>
          <p:nvPr>
            <p:custDataLst>
              <p:tags r:id="rId12"/>
            </p:custDataLst>
          </p:nvPr>
        </p:nvSpPr>
        <p:spPr>
          <a:xfrm>
            <a:off x="6203636" y="1785944"/>
            <a:ext cx="1379833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66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04</a:t>
            </a:r>
            <a:endParaRPr lang="en-US" sz="66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22" name="标题"/>
          <p:cNvSpPr txBox="1"/>
          <p:nvPr>
            <p:custDataLst>
              <p:tags r:id="rId13"/>
            </p:custDataLst>
          </p:nvPr>
        </p:nvSpPr>
        <p:spPr>
          <a:xfrm>
            <a:off x="6273165" y="2823420"/>
            <a:ext cx="1700530" cy="1313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具体参数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4"/>
            </p:custDataLst>
          </p:nvPr>
        </p:nvCxnSpPr>
        <p:spPr>
          <a:xfrm>
            <a:off x="8116890" y="0"/>
            <a:ext cx="0" cy="3553784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序号"/>
          <p:cNvSpPr txBox="1"/>
          <p:nvPr>
            <p:custDataLst>
              <p:tags r:id="rId15"/>
            </p:custDataLst>
          </p:nvPr>
        </p:nvSpPr>
        <p:spPr>
          <a:xfrm>
            <a:off x="8126996" y="2245049"/>
            <a:ext cx="1400864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66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05</a:t>
            </a:r>
            <a:endParaRPr lang="en-US" sz="66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40" name="标题"/>
          <p:cNvSpPr txBox="1"/>
          <p:nvPr>
            <p:custDataLst>
              <p:tags r:id="rId16"/>
            </p:custDataLst>
          </p:nvPr>
        </p:nvSpPr>
        <p:spPr>
          <a:xfrm>
            <a:off x="8218170" y="3282525"/>
            <a:ext cx="1700530" cy="1313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特色功能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17"/>
            </p:custDataLst>
          </p:nvPr>
        </p:nvCxnSpPr>
        <p:spPr>
          <a:xfrm>
            <a:off x="10071387" y="-10471"/>
            <a:ext cx="0" cy="310515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序号"/>
          <p:cNvSpPr txBox="1"/>
          <p:nvPr>
            <p:custDataLst>
              <p:tags r:id="rId18"/>
            </p:custDataLst>
          </p:nvPr>
        </p:nvSpPr>
        <p:spPr>
          <a:xfrm>
            <a:off x="10081491" y="1785944"/>
            <a:ext cx="1400865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66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06</a:t>
            </a:r>
            <a:endParaRPr lang="en-US" sz="66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44" name="标题"/>
          <p:cNvSpPr txBox="1"/>
          <p:nvPr>
            <p:custDataLst>
              <p:tags r:id="rId19"/>
            </p:custDataLst>
          </p:nvPr>
        </p:nvSpPr>
        <p:spPr>
          <a:xfrm>
            <a:off x="10172065" y="2823420"/>
            <a:ext cx="1700530" cy="1313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用户评价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20"/>
            </p:custDataLst>
          </p:nvPr>
        </p:nvSpPr>
        <p:spPr>
          <a:xfrm>
            <a:off x="2469712" y="5592687"/>
            <a:ext cx="2036016" cy="288283"/>
          </a:xfrm>
          <a:custGeom>
            <a:avLst/>
            <a:gdLst/>
            <a:ahLst/>
            <a:cxnLst/>
            <a:rect l="l" t="t" r="r" b="b"/>
            <a:pathLst>
              <a:path w="2036016" h="288283">
                <a:moveTo>
                  <a:pt x="398507" y="61321"/>
                </a:moveTo>
                <a:cubicBezTo>
                  <a:pt x="378301" y="61321"/>
                  <a:pt x="362442" y="68605"/>
                  <a:pt x="350930" y="83172"/>
                </a:cubicBezTo>
                <a:cubicBezTo>
                  <a:pt x="339417" y="97739"/>
                  <a:pt x="333661" y="118062"/>
                  <a:pt x="333661" y="144141"/>
                </a:cubicBezTo>
                <a:cubicBezTo>
                  <a:pt x="333661" y="170221"/>
                  <a:pt x="339417" y="190544"/>
                  <a:pt x="350930" y="205111"/>
                </a:cubicBezTo>
                <a:cubicBezTo>
                  <a:pt x="362442" y="219678"/>
                  <a:pt x="378301" y="226961"/>
                  <a:pt x="398507" y="226961"/>
                </a:cubicBezTo>
                <a:cubicBezTo>
                  <a:pt x="418713" y="226961"/>
                  <a:pt x="434572" y="219678"/>
                  <a:pt x="446084" y="205111"/>
                </a:cubicBezTo>
                <a:cubicBezTo>
                  <a:pt x="457597" y="190544"/>
                  <a:pt x="463353" y="170221"/>
                  <a:pt x="463353" y="144141"/>
                </a:cubicBezTo>
                <a:cubicBezTo>
                  <a:pt x="463353" y="118062"/>
                  <a:pt x="457597" y="97739"/>
                  <a:pt x="446084" y="83172"/>
                </a:cubicBezTo>
                <a:cubicBezTo>
                  <a:pt x="434572" y="68605"/>
                  <a:pt x="418713" y="61321"/>
                  <a:pt x="398507" y="61321"/>
                </a:cubicBezTo>
                <a:close/>
                <a:moveTo>
                  <a:pt x="1576216" y="4933"/>
                </a:moveTo>
                <a:lnTo>
                  <a:pt x="1794720" y="4933"/>
                </a:lnTo>
                <a:lnTo>
                  <a:pt x="1794720" y="66255"/>
                </a:lnTo>
                <a:lnTo>
                  <a:pt x="1718243" y="66255"/>
                </a:lnTo>
                <a:lnTo>
                  <a:pt x="1718243" y="283349"/>
                </a:lnTo>
                <a:lnTo>
                  <a:pt x="1652692" y="283349"/>
                </a:lnTo>
                <a:lnTo>
                  <a:pt x="1652692" y="66255"/>
                </a:lnTo>
                <a:lnTo>
                  <a:pt x="1576216" y="66255"/>
                </a:lnTo>
                <a:close/>
                <a:moveTo>
                  <a:pt x="1312678" y="4933"/>
                </a:moveTo>
                <a:lnTo>
                  <a:pt x="1372591" y="4933"/>
                </a:lnTo>
                <a:lnTo>
                  <a:pt x="1479375" y="162820"/>
                </a:lnTo>
                <a:lnTo>
                  <a:pt x="1481490" y="162820"/>
                </a:lnTo>
                <a:lnTo>
                  <a:pt x="1481490" y="4933"/>
                </a:lnTo>
                <a:lnTo>
                  <a:pt x="1547041" y="4933"/>
                </a:lnTo>
                <a:lnTo>
                  <a:pt x="1547041" y="283349"/>
                </a:lnTo>
                <a:lnTo>
                  <a:pt x="1490653" y="283349"/>
                </a:lnTo>
                <a:lnTo>
                  <a:pt x="1380344" y="125463"/>
                </a:lnTo>
                <a:lnTo>
                  <a:pt x="1378230" y="125463"/>
                </a:lnTo>
                <a:lnTo>
                  <a:pt x="1378230" y="283349"/>
                </a:lnTo>
                <a:lnTo>
                  <a:pt x="1312678" y="283349"/>
                </a:lnTo>
                <a:close/>
                <a:moveTo>
                  <a:pt x="1084078" y="4933"/>
                </a:moveTo>
                <a:lnTo>
                  <a:pt x="1273331" y="4933"/>
                </a:lnTo>
                <a:lnTo>
                  <a:pt x="1273331" y="64141"/>
                </a:lnTo>
                <a:lnTo>
                  <a:pt x="1149629" y="64141"/>
                </a:lnTo>
                <a:lnTo>
                  <a:pt x="1149629" y="112776"/>
                </a:lnTo>
                <a:lnTo>
                  <a:pt x="1266635" y="112776"/>
                </a:lnTo>
                <a:lnTo>
                  <a:pt x="1266635" y="171983"/>
                </a:lnTo>
                <a:lnTo>
                  <a:pt x="1149629" y="171983"/>
                </a:lnTo>
                <a:lnTo>
                  <a:pt x="1149629" y="224142"/>
                </a:lnTo>
                <a:lnTo>
                  <a:pt x="1277560" y="224142"/>
                </a:lnTo>
                <a:lnTo>
                  <a:pt x="1277560" y="283349"/>
                </a:lnTo>
                <a:lnTo>
                  <a:pt x="1084078" y="283349"/>
                </a:lnTo>
                <a:close/>
                <a:moveTo>
                  <a:pt x="833266" y="4933"/>
                </a:moveTo>
                <a:lnTo>
                  <a:pt x="1051770" y="4933"/>
                </a:lnTo>
                <a:lnTo>
                  <a:pt x="1051770" y="66255"/>
                </a:lnTo>
                <a:lnTo>
                  <a:pt x="975294" y="66255"/>
                </a:lnTo>
                <a:lnTo>
                  <a:pt x="975294" y="283349"/>
                </a:lnTo>
                <a:lnTo>
                  <a:pt x="909742" y="283349"/>
                </a:lnTo>
                <a:lnTo>
                  <a:pt x="909742" y="66255"/>
                </a:lnTo>
                <a:lnTo>
                  <a:pt x="833266" y="66255"/>
                </a:lnTo>
                <a:close/>
                <a:moveTo>
                  <a:pt x="569729" y="4933"/>
                </a:moveTo>
                <a:lnTo>
                  <a:pt x="629641" y="4933"/>
                </a:lnTo>
                <a:lnTo>
                  <a:pt x="736425" y="162820"/>
                </a:lnTo>
                <a:lnTo>
                  <a:pt x="738540" y="162820"/>
                </a:lnTo>
                <a:lnTo>
                  <a:pt x="738540" y="4933"/>
                </a:lnTo>
                <a:lnTo>
                  <a:pt x="804091" y="4933"/>
                </a:lnTo>
                <a:lnTo>
                  <a:pt x="804091" y="283349"/>
                </a:lnTo>
                <a:lnTo>
                  <a:pt x="747703" y="283349"/>
                </a:lnTo>
                <a:lnTo>
                  <a:pt x="637394" y="125463"/>
                </a:lnTo>
                <a:lnTo>
                  <a:pt x="635280" y="125463"/>
                </a:lnTo>
                <a:lnTo>
                  <a:pt x="635280" y="283349"/>
                </a:lnTo>
                <a:lnTo>
                  <a:pt x="569729" y="283349"/>
                </a:lnTo>
                <a:close/>
                <a:moveTo>
                  <a:pt x="1927822" y="0"/>
                </a:moveTo>
                <a:cubicBezTo>
                  <a:pt x="1978101" y="0"/>
                  <a:pt x="2014166" y="22555"/>
                  <a:pt x="2036016" y="67665"/>
                </a:cubicBezTo>
                <a:lnTo>
                  <a:pt x="1979628" y="93745"/>
                </a:lnTo>
                <a:cubicBezTo>
                  <a:pt x="1973755" y="81292"/>
                  <a:pt x="1966589" y="72423"/>
                  <a:pt x="1958131" y="67137"/>
                </a:cubicBezTo>
                <a:cubicBezTo>
                  <a:pt x="1949672" y="61850"/>
                  <a:pt x="1939334" y="59207"/>
                  <a:pt x="1927117" y="59207"/>
                </a:cubicBezTo>
                <a:cubicBezTo>
                  <a:pt x="1916074" y="59207"/>
                  <a:pt x="1906735" y="61615"/>
                  <a:pt x="1899099" y="66432"/>
                </a:cubicBezTo>
                <a:cubicBezTo>
                  <a:pt x="1891464" y="71248"/>
                  <a:pt x="1887645" y="77298"/>
                  <a:pt x="1887645" y="84582"/>
                </a:cubicBezTo>
                <a:cubicBezTo>
                  <a:pt x="1887645" y="89515"/>
                  <a:pt x="1889114" y="93568"/>
                  <a:pt x="1892051" y="96740"/>
                </a:cubicBezTo>
                <a:cubicBezTo>
                  <a:pt x="1894988" y="99912"/>
                  <a:pt x="1900098" y="103025"/>
                  <a:pt x="1907381" y="106079"/>
                </a:cubicBezTo>
                <a:cubicBezTo>
                  <a:pt x="1914665" y="109134"/>
                  <a:pt x="1925472" y="112541"/>
                  <a:pt x="1939804" y="116300"/>
                </a:cubicBezTo>
                <a:cubicBezTo>
                  <a:pt x="1958365" y="120999"/>
                  <a:pt x="1973990" y="125991"/>
                  <a:pt x="1986677" y="131278"/>
                </a:cubicBezTo>
                <a:cubicBezTo>
                  <a:pt x="1999364" y="136564"/>
                  <a:pt x="2010524" y="144846"/>
                  <a:pt x="2020157" y="156124"/>
                </a:cubicBezTo>
                <a:cubicBezTo>
                  <a:pt x="2029790" y="167401"/>
                  <a:pt x="2034607" y="182438"/>
                  <a:pt x="2034607" y="201234"/>
                </a:cubicBezTo>
                <a:cubicBezTo>
                  <a:pt x="2034607" y="218620"/>
                  <a:pt x="2029908" y="233892"/>
                  <a:pt x="2020510" y="247049"/>
                </a:cubicBezTo>
                <a:cubicBezTo>
                  <a:pt x="2011112" y="260207"/>
                  <a:pt x="1998013" y="270368"/>
                  <a:pt x="1981214" y="277534"/>
                </a:cubicBezTo>
                <a:cubicBezTo>
                  <a:pt x="1964415" y="284700"/>
                  <a:pt x="1945208" y="288283"/>
                  <a:pt x="1923593" y="288283"/>
                </a:cubicBezTo>
                <a:cubicBezTo>
                  <a:pt x="1897043" y="288283"/>
                  <a:pt x="1873960" y="281881"/>
                  <a:pt x="1854341" y="269076"/>
                </a:cubicBezTo>
                <a:cubicBezTo>
                  <a:pt x="1834723" y="256271"/>
                  <a:pt x="1820215" y="239296"/>
                  <a:pt x="1810817" y="218151"/>
                </a:cubicBezTo>
                <a:lnTo>
                  <a:pt x="1867557" y="192424"/>
                </a:lnTo>
                <a:cubicBezTo>
                  <a:pt x="1872256" y="204641"/>
                  <a:pt x="1879540" y="213804"/>
                  <a:pt x="1889408" y="219913"/>
                </a:cubicBezTo>
                <a:cubicBezTo>
                  <a:pt x="1899276" y="226021"/>
                  <a:pt x="1910788" y="229076"/>
                  <a:pt x="1923945" y="229076"/>
                </a:cubicBezTo>
                <a:cubicBezTo>
                  <a:pt x="1937337" y="229076"/>
                  <a:pt x="1947969" y="226903"/>
                  <a:pt x="1955840" y="222556"/>
                </a:cubicBezTo>
                <a:cubicBezTo>
                  <a:pt x="1963711" y="218209"/>
                  <a:pt x="1967646" y="212277"/>
                  <a:pt x="1967646" y="204758"/>
                </a:cubicBezTo>
                <a:cubicBezTo>
                  <a:pt x="1967646" y="199590"/>
                  <a:pt x="1966236" y="195243"/>
                  <a:pt x="1963417" y="191719"/>
                </a:cubicBezTo>
                <a:cubicBezTo>
                  <a:pt x="1960597" y="188194"/>
                  <a:pt x="1955487" y="184846"/>
                  <a:pt x="1948086" y="181675"/>
                </a:cubicBezTo>
                <a:cubicBezTo>
                  <a:pt x="1940685" y="178503"/>
                  <a:pt x="1929936" y="175037"/>
                  <a:pt x="1915840" y="171278"/>
                </a:cubicBezTo>
                <a:cubicBezTo>
                  <a:pt x="1896809" y="166109"/>
                  <a:pt x="1881008" y="160882"/>
                  <a:pt x="1868438" y="155595"/>
                </a:cubicBezTo>
                <a:cubicBezTo>
                  <a:pt x="1855869" y="150309"/>
                  <a:pt x="1844767" y="141968"/>
                  <a:pt x="1835134" y="130573"/>
                </a:cubicBezTo>
                <a:cubicBezTo>
                  <a:pt x="1825501" y="119178"/>
                  <a:pt x="1820685" y="104200"/>
                  <a:pt x="1820685" y="85639"/>
                </a:cubicBezTo>
                <a:cubicBezTo>
                  <a:pt x="1820685" y="69192"/>
                  <a:pt x="1825442" y="54449"/>
                  <a:pt x="1834958" y="41409"/>
                </a:cubicBezTo>
                <a:cubicBezTo>
                  <a:pt x="1844473" y="28370"/>
                  <a:pt x="1857396" y="18208"/>
                  <a:pt x="1873725" y="10925"/>
                </a:cubicBezTo>
                <a:cubicBezTo>
                  <a:pt x="1890054" y="3641"/>
                  <a:pt x="1908086" y="0"/>
                  <a:pt x="1927822" y="0"/>
                </a:cubicBezTo>
                <a:close/>
                <a:moveTo>
                  <a:pt x="398507" y="0"/>
                </a:moveTo>
                <a:cubicBezTo>
                  <a:pt x="425526" y="0"/>
                  <a:pt x="448904" y="5756"/>
                  <a:pt x="468640" y="17268"/>
                </a:cubicBezTo>
                <a:cubicBezTo>
                  <a:pt x="488376" y="28781"/>
                  <a:pt x="503588" y="45345"/>
                  <a:pt x="514279" y="66960"/>
                </a:cubicBezTo>
                <a:cubicBezTo>
                  <a:pt x="524969" y="88576"/>
                  <a:pt x="530314" y="114303"/>
                  <a:pt x="530314" y="144141"/>
                </a:cubicBezTo>
                <a:cubicBezTo>
                  <a:pt x="530314" y="173980"/>
                  <a:pt x="524969" y="199707"/>
                  <a:pt x="514279" y="221322"/>
                </a:cubicBezTo>
                <a:cubicBezTo>
                  <a:pt x="503588" y="242938"/>
                  <a:pt x="488376" y="259502"/>
                  <a:pt x="468640" y="271014"/>
                </a:cubicBezTo>
                <a:cubicBezTo>
                  <a:pt x="448904" y="282527"/>
                  <a:pt x="425526" y="288283"/>
                  <a:pt x="398507" y="288283"/>
                </a:cubicBezTo>
                <a:cubicBezTo>
                  <a:pt x="371488" y="288283"/>
                  <a:pt x="348110" y="282527"/>
                  <a:pt x="328374" y="271014"/>
                </a:cubicBezTo>
                <a:cubicBezTo>
                  <a:pt x="308639" y="259502"/>
                  <a:pt x="293426" y="242938"/>
                  <a:pt x="282735" y="221322"/>
                </a:cubicBezTo>
                <a:cubicBezTo>
                  <a:pt x="272045" y="199707"/>
                  <a:pt x="266700" y="173980"/>
                  <a:pt x="266700" y="144141"/>
                </a:cubicBezTo>
                <a:cubicBezTo>
                  <a:pt x="266700" y="114303"/>
                  <a:pt x="272045" y="88576"/>
                  <a:pt x="282735" y="66960"/>
                </a:cubicBezTo>
                <a:cubicBezTo>
                  <a:pt x="293426" y="45345"/>
                  <a:pt x="308639" y="28781"/>
                  <a:pt x="328374" y="17268"/>
                </a:cubicBezTo>
                <a:cubicBezTo>
                  <a:pt x="348110" y="5756"/>
                  <a:pt x="371488" y="0"/>
                  <a:pt x="398507" y="0"/>
                </a:cubicBezTo>
                <a:close/>
                <a:moveTo>
                  <a:pt x="136741" y="0"/>
                </a:moveTo>
                <a:cubicBezTo>
                  <a:pt x="184906" y="0"/>
                  <a:pt x="220148" y="23612"/>
                  <a:pt x="242469" y="70837"/>
                </a:cubicBezTo>
                <a:lnTo>
                  <a:pt x="184319" y="96212"/>
                </a:lnTo>
                <a:cubicBezTo>
                  <a:pt x="179384" y="84699"/>
                  <a:pt x="172512" y="76006"/>
                  <a:pt x="163701" y="70132"/>
                </a:cubicBezTo>
                <a:cubicBezTo>
                  <a:pt x="154891" y="64258"/>
                  <a:pt x="144612" y="61321"/>
                  <a:pt x="132864" y="61321"/>
                </a:cubicBezTo>
                <a:cubicBezTo>
                  <a:pt x="120177" y="61321"/>
                  <a:pt x="108841" y="64670"/>
                  <a:pt x="98855" y="71366"/>
                </a:cubicBezTo>
                <a:cubicBezTo>
                  <a:pt x="88870" y="78062"/>
                  <a:pt x="81117" y="87577"/>
                  <a:pt x="75595" y="99912"/>
                </a:cubicBezTo>
                <a:cubicBezTo>
                  <a:pt x="70074" y="112247"/>
                  <a:pt x="67313" y="126520"/>
                  <a:pt x="67313" y="142732"/>
                </a:cubicBezTo>
                <a:cubicBezTo>
                  <a:pt x="67313" y="159648"/>
                  <a:pt x="70074" y="174450"/>
                  <a:pt x="75595" y="187137"/>
                </a:cubicBezTo>
                <a:cubicBezTo>
                  <a:pt x="81117" y="199825"/>
                  <a:pt x="88870" y="209634"/>
                  <a:pt x="98855" y="216565"/>
                </a:cubicBezTo>
                <a:cubicBezTo>
                  <a:pt x="108841" y="223496"/>
                  <a:pt x="120177" y="226961"/>
                  <a:pt x="132864" y="226961"/>
                </a:cubicBezTo>
                <a:cubicBezTo>
                  <a:pt x="155184" y="226961"/>
                  <a:pt x="172571" y="215331"/>
                  <a:pt x="185023" y="192071"/>
                </a:cubicBezTo>
                <a:lnTo>
                  <a:pt x="243173" y="217446"/>
                </a:lnTo>
                <a:cubicBezTo>
                  <a:pt x="232601" y="240236"/>
                  <a:pt x="217857" y="257740"/>
                  <a:pt x="198944" y="269957"/>
                </a:cubicBezTo>
                <a:cubicBezTo>
                  <a:pt x="180030" y="282174"/>
                  <a:pt x="158121" y="288283"/>
                  <a:pt x="133217" y="288283"/>
                </a:cubicBezTo>
                <a:cubicBezTo>
                  <a:pt x="107372" y="288283"/>
                  <a:pt x="84347" y="282233"/>
                  <a:pt x="64142" y="270133"/>
                </a:cubicBezTo>
                <a:cubicBezTo>
                  <a:pt x="43936" y="258033"/>
                  <a:pt x="28194" y="240941"/>
                  <a:pt x="16916" y="218855"/>
                </a:cubicBezTo>
                <a:cubicBezTo>
                  <a:pt x="5639" y="196770"/>
                  <a:pt x="0" y="171396"/>
                  <a:pt x="0" y="142732"/>
                </a:cubicBezTo>
                <a:cubicBezTo>
                  <a:pt x="0" y="114538"/>
                  <a:pt x="5698" y="89633"/>
                  <a:pt x="17093" y="68018"/>
                </a:cubicBezTo>
                <a:cubicBezTo>
                  <a:pt x="28488" y="46402"/>
                  <a:pt x="44582" y="29662"/>
                  <a:pt x="65375" y="17797"/>
                </a:cubicBezTo>
                <a:cubicBezTo>
                  <a:pt x="86168" y="5932"/>
                  <a:pt x="109957" y="0"/>
                  <a:pt x="1367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indent="-228600">
              <a:spcAft>
                <a:spcPts val="1000"/>
              </a:spcAft>
            </a:pPr>
            <a:endParaRPr lang="zh-CN" altLang="en-US" sz="2800">
              <a:ln>
                <a:noFill/>
                <a:prstDash val="sysDot"/>
              </a:ln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ONE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P1S X1E 概述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 14"/>
          <p:cNvSpPr/>
          <p:nvPr>
            <p:custDataLst>
              <p:tags r:id="rId1"/>
            </p:custDataLst>
          </p:nvPr>
        </p:nvSpPr>
        <p:spPr>
          <a:xfrm flipH="1" flipV="1">
            <a:off x="2199562" y="2970666"/>
            <a:ext cx="3409950" cy="2887345"/>
          </a:xfrm>
          <a:custGeom>
            <a:avLst/>
            <a:gdLst>
              <a:gd name="connsiteX0" fmla="*/ 1 w 570"/>
              <a:gd name="connsiteY0" fmla="*/ 476 h 476"/>
              <a:gd name="connsiteX1" fmla="*/ 0 w 570"/>
              <a:gd name="connsiteY1" fmla="*/ 0 h 476"/>
              <a:gd name="connsiteX2" fmla="*/ 570 w 570"/>
              <a:gd name="connsiteY2" fmla="*/ 476 h 476"/>
              <a:gd name="connsiteX3" fmla="*/ 1 w 570"/>
              <a:gd name="connsiteY3" fmla="*/ 476 h 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0" h="4547">
                <a:moveTo>
                  <a:pt x="579" y="0"/>
                </a:moveTo>
                <a:lnTo>
                  <a:pt x="1030" y="362"/>
                </a:lnTo>
                <a:lnTo>
                  <a:pt x="5026" y="362"/>
                </a:lnTo>
                <a:cubicBezTo>
                  <a:pt x="5185" y="362"/>
                  <a:pt x="5317" y="471"/>
                  <a:pt x="5354" y="618"/>
                </a:cubicBezTo>
                <a:lnTo>
                  <a:pt x="5355" y="624"/>
                </a:lnTo>
                <a:lnTo>
                  <a:pt x="5359" y="638"/>
                </a:lnTo>
                <a:cubicBezTo>
                  <a:pt x="5366" y="666"/>
                  <a:pt x="5370" y="695"/>
                  <a:pt x="5370" y="726"/>
                </a:cubicBezTo>
                <a:lnTo>
                  <a:pt x="5370" y="4198"/>
                </a:lnTo>
                <a:cubicBezTo>
                  <a:pt x="5370" y="4391"/>
                  <a:pt x="5214" y="4547"/>
                  <a:pt x="5021" y="4547"/>
                </a:cubicBezTo>
                <a:lnTo>
                  <a:pt x="349" y="4547"/>
                </a:lnTo>
                <a:cubicBezTo>
                  <a:pt x="258" y="4547"/>
                  <a:pt x="176" y="4513"/>
                  <a:pt x="114" y="4456"/>
                </a:cubicBezTo>
                <a:lnTo>
                  <a:pt x="114" y="4456"/>
                </a:lnTo>
                <a:lnTo>
                  <a:pt x="111" y="4453"/>
                </a:lnTo>
                <a:cubicBezTo>
                  <a:pt x="43" y="4392"/>
                  <a:pt x="0" y="4302"/>
                  <a:pt x="0" y="4203"/>
                </a:cubicBezTo>
                <a:lnTo>
                  <a:pt x="0" y="4198"/>
                </a:lnTo>
                <a:lnTo>
                  <a:pt x="0" y="726"/>
                </a:lnTo>
                <a:lnTo>
                  <a:pt x="0" y="700"/>
                </a:lnTo>
                <a:cubicBezTo>
                  <a:pt x="0" y="513"/>
                  <a:pt x="151" y="362"/>
                  <a:pt x="338" y="362"/>
                </a:cubicBezTo>
                <a:lnTo>
                  <a:pt x="580" y="362"/>
                </a:lnTo>
                <a:lnTo>
                  <a:pt x="579" y="0"/>
                </a:lnTo>
                <a:close/>
              </a:path>
            </a:pathLst>
          </a:custGeom>
          <a:gradFill>
            <a:gsLst>
              <a:gs pos="80000">
                <a:schemeClr val="accent1">
                  <a:alpha val="60000"/>
                </a:schemeClr>
              </a:gs>
              <a:gs pos="0">
                <a:schemeClr val="accent1">
                  <a:lumMod val="60000"/>
                  <a:lumOff val="40000"/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 15"/>
          <p:cNvSpPr/>
          <p:nvPr>
            <p:custDataLst>
              <p:tags r:id="rId2"/>
            </p:custDataLst>
          </p:nvPr>
        </p:nvSpPr>
        <p:spPr>
          <a:xfrm>
            <a:off x="704137" y="1826396"/>
            <a:ext cx="4646295" cy="3843064"/>
          </a:xfrm>
          <a:custGeom>
            <a:avLst/>
            <a:gdLst>
              <a:gd name="adj" fmla="val 8696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317" h="6052">
                <a:moveTo>
                  <a:pt x="489" y="0"/>
                </a:moveTo>
                <a:lnTo>
                  <a:pt x="6828" y="0"/>
                </a:lnTo>
                <a:cubicBezTo>
                  <a:pt x="7098" y="0"/>
                  <a:pt x="7317" y="219"/>
                  <a:pt x="7317" y="489"/>
                </a:cubicBezTo>
                <a:lnTo>
                  <a:pt x="7317" y="5134"/>
                </a:lnTo>
                <a:cubicBezTo>
                  <a:pt x="7317" y="5404"/>
                  <a:pt x="7098" y="5623"/>
                  <a:pt x="6828" y="5623"/>
                </a:cubicBezTo>
                <a:lnTo>
                  <a:pt x="1234" y="5623"/>
                </a:lnTo>
                <a:lnTo>
                  <a:pt x="699" y="6052"/>
                </a:lnTo>
                <a:lnTo>
                  <a:pt x="700" y="5623"/>
                </a:lnTo>
                <a:lnTo>
                  <a:pt x="489" y="5623"/>
                </a:lnTo>
                <a:cubicBezTo>
                  <a:pt x="219" y="5623"/>
                  <a:pt x="0" y="5404"/>
                  <a:pt x="0" y="5134"/>
                </a:cubicBezTo>
                <a:lnTo>
                  <a:pt x="0" y="489"/>
                </a:lnTo>
                <a:cubicBezTo>
                  <a:pt x="0" y="219"/>
                  <a:pt x="219" y="0"/>
                  <a:pt x="489" y="0"/>
                </a:cubicBezTo>
                <a:close/>
              </a:path>
            </a:pathLst>
          </a:custGeom>
          <a:gradFill>
            <a:gsLst>
              <a:gs pos="65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4" name="图片 13" descr="/data/temp/b8cd6287-ee9e-11ef-9a68-beabe80423f4.jpgb8cd6287-ee9e-11ef-9a68-beabe80423f4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l="5262" r="5909"/>
          <a:stretch>
            <a:fillRect/>
          </a:stretch>
        </p:blipFill>
        <p:spPr>
          <a:xfrm>
            <a:off x="838200" y="1971302"/>
            <a:ext cx="4356100" cy="3274060"/>
          </a:xfrm>
          <a:prstGeom prst="roundRect">
            <a:avLst>
              <a:gd name="adj" fmla="val 6291"/>
            </a:avLst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产品定位</a:t>
            </a:r>
            <a:endParaRPr lang="zh-CN" altLang="en-US"/>
          </a:p>
        </p:txBody>
      </p:sp>
      <p:sp>
        <p:nvSpPr>
          <p:cNvPr id="4" name="圆角矩形 13"/>
          <p:cNvSpPr/>
          <p:nvPr>
            <p:custDataLst>
              <p:tags r:id="rId6"/>
            </p:custDataLst>
          </p:nvPr>
        </p:nvSpPr>
        <p:spPr>
          <a:xfrm>
            <a:off x="6219362" y="1651092"/>
            <a:ext cx="1828437" cy="374753"/>
          </a:xfrm>
          <a:prstGeom prst="roundRect">
            <a:avLst>
              <a:gd name="adj" fmla="val 1199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目标用户群体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219362" y="2025491"/>
            <a:ext cx="5232183" cy="10845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X1E主要面向对3D打印精度和效率有较高要求的专业用户，如工业设计师、机械工程师、科研人员等，同时也适合有进阶需求的3D打印爱好者。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圆角矩形 24"/>
          <p:cNvSpPr/>
          <p:nvPr>
            <p:custDataLst>
              <p:tags r:id="rId8"/>
            </p:custDataLst>
          </p:nvPr>
        </p:nvSpPr>
        <p:spPr>
          <a:xfrm>
            <a:off x="6219362" y="3232594"/>
            <a:ext cx="1828437" cy="374753"/>
          </a:xfrm>
          <a:prstGeom prst="roundRect">
            <a:avLst>
              <a:gd name="adj" fmla="val 1199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满足的专业需求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6219362" y="3598094"/>
            <a:ext cx="5232183" cy="10845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在专业领域，它能满足高精度模型制作、复杂零部件快速成型等需求，助力产品研发和创新设计，有效缩短研发周期。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圆角矩形 28"/>
          <p:cNvSpPr/>
          <p:nvPr>
            <p:custDataLst>
              <p:tags r:id="rId10"/>
            </p:custDataLst>
          </p:nvPr>
        </p:nvSpPr>
        <p:spPr>
          <a:xfrm>
            <a:off x="6219362" y="4805197"/>
            <a:ext cx="1828437" cy="374753"/>
          </a:xfrm>
          <a:prstGeom prst="roundRect">
            <a:avLst>
              <a:gd name="adj" fmla="val 1199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市场定位层级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6219362" y="5181503"/>
            <a:ext cx="5232183" cy="10845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在3D打印市场中，P1S X1E定位于中高端产品，凭借出色性能和品质，为用户提供超越基础款设备的打印体验。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2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360000"/>
            <a:ext cx="5105707" cy="7200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zh-CN" altLang="en-US" dirty="0"/>
              <a:t>设计理念</a:t>
            </a:r>
            <a:endParaRPr lang="zh-CN" altLang="en-US" dirty="0"/>
          </a:p>
        </p:txBody>
      </p:sp>
      <p:pic>
        <p:nvPicPr>
          <p:cNvPr id="2" name="图片 1" descr="/data/temp/b8d09568-ee9e-11ef-9f67-c24653d8a507.jpgb8d09568-ee9e-11ef-9f67-c24653d8a50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1417" b="22358"/>
          <a:stretch>
            <a:fillRect/>
          </a:stretch>
        </p:blipFill>
        <p:spPr>
          <a:xfrm>
            <a:off x="6205775" y="990575"/>
            <a:ext cx="5290980" cy="5175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32" h="8150">
                <a:moveTo>
                  <a:pt x="4232" y="780"/>
                </a:moveTo>
                <a:lnTo>
                  <a:pt x="6216" y="780"/>
                </a:lnTo>
                <a:lnTo>
                  <a:pt x="6216" y="8150"/>
                </a:lnTo>
                <a:lnTo>
                  <a:pt x="4232" y="8150"/>
                </a:lnTo>
                <a:lnTo>
                  <a:pt x="4232" y="780"/>
                </a:lnTo>
                <a:close/>
                <a:moveTo>
                  <a:pt x="0" y="780"/>
                </a:moveTo>
                <a:lnTo>
                  <a:pt x="1984" y="780"/>
                </a:lnTo>
                <a:lnTo>
                  <a:pt x="1984" y="8150"/>
                </a:lnTo>
                <a:lnTo>
                  <a:pt x="0" y="8150"/>
                </a:lnTo>
                <a:lnTo>
                  <a:pt x="0" y="780"/>
                </a:lnTo>
                <a:close/>
                <a:moveTo>
                  <a:pt x="6348" y="0"/>
                </a:moveTo>
                <a:lnTo>
                  <a:pt x="8332" y="0"/>
                </a:lnTo>
                <a:lnTo>
                  <a:pt x="8332" y="7370"/>
                </a:lnTo>
                <a:lnTo>
                  <a:pt x="6348" y="7370"/>
                </a:lnTo>
                <a:lnTo>
                  <a:pt x="6348" y="0"/>
                </a:lnTo>
                <a:close/>
                <a:moveTo>
                  <a:pt x="2116" y="0"/>
                </a:moveTo>
                <a:lnTo>
                  <a:pt x="4100" y="0"/>
                </a:lnTo>
                <a:lnTo>
                  <a:pt x="4100" y="7370"/>
                </a:lnTo>
                <a:lnTo>
                  <a:pt x="2116" y="7370"/>
                </a:lnTo>
                <a:lnTo>
                  <a:pt x="2116" y="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90692" y="1995613"/>
            <a:ext cx="3393181" cy="9519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X1E采用简约现代的设计风格，外观线条流畅，整体造型紧凑，既符合当下审美趋势，又能节省空间，便于放置在各种工作环境中。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90692" y="1641243"/>
            <a:ext cx="3389370" cy="3290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</a:rPr>
              <a:t>设计风格特点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90692" y="3431507"/>
            <a:ext cx="3393181" cy="9519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以提升打印性能为核心设计目标，优化内部结构布局，确保设备在高速运行时的稳定性，实现高精度打印，减少打印误差。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90692" y="3066976"/>
            <a:ext cx="3389370" cy="3289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性能导向设计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690692" y="4867401"/>
            <a:ext cx="3393181" cy="9519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从用户操作便捷性出发，设计了直观的操作界面和人性化的交互方式，即使是新手用户也能快速上手，享受流畅的3D打印过程。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690692" y="4492710"/>
            <a:ext cx="3389370" cy="3289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用户体验至上理念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TWO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外观设计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/data/temp/b9225407-ee9e-11ef-83ee-f227fda5d2e6.jpgb9225407-ee9e-11ef-83ee-f227fda5d2e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3761" b="3936"/>
          <a:stretch>
            <a:fillRect/>
          </a:stretch>
        </p:blipFill>
        <p:spPr>
          <a:xfrm>
            <a:off x="6770450" y="651753"/>
            <a:ext cx="4428000" cy="2736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973" h="4309">
                <a:moveTo>
                  <a:pt x="0" y="0"/>
                </a:moveTo>
                <a:lnTo>
                  <a:pt x="6973" y="0"/>
                </a:lnTo>
                <a:lnTo>
                  <a:pt x="6973" y="4309"/>
                </a:lnTo>
                <a:lnTo>
                  <a:pt x="0" y="430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0" y="651753"/>
            <a:ext cx="6770451" cy="27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233329" y="776043"/>
            <a:ext cx="5356008" cy="2513913"/>
          </a:xfrm>
        </p:spPr>
        <p:txBody>
          <a:bodyPr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400" dirty="0">
                <a:solidFill>
                  <a:srgbClr val="FFFFFF"/>
                </a:solidFill>
              </a:rPr>
              <a:t>整体造型</a:t>
            </a:r>
            <a:endParaRPr lang="zh-CN" altLang="en-US" sz="4400" dirty="0">
              <a:solidFill>
                <a:srgbClr val="FFFFFF"/>
              </a:solidFill>
            </a:endParaRPr>
          </a:p>
        </p:txBody>
      </p:sp>
      <p:sp>
        <p:nvSpPr>
          <p:cNvPr id="2" name="圆角矩形 1"/>
          <p:cNvSpPr/>
          <p:nvPr>
            <p:custDataLst>
              <p:tags r:id="rId5"/>
            </p:custDataLst>
          </p:nvPr>
        </p:nvSpPr>
        <p:spPr>
          <a:xfrm>
            <a:off x="696278" y="3832975"/>
            <a:ext cx="595100" cy="595100"/>
          </a:xfrm>
          <a:prstGeom prst="roundRect">
            <a:avLst>
              <a:gd name="adj" fmla="val 103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1512396" y="3837421"/>
            <a:ext cx="2368968" cy="53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</a:rPr>
              <a:t>正面视角</a:t>
            </a:r>
            <a:endParaRPr lang="zh-CN" altLang="en-US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697548" y="4559543"/>
            <a:ext cx="3183817" cy="1571902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 的正面设计简洁大方，线条流畅。大面积的面板搭配精致的品牌标识，展现出科技与时尚融合的风格，给人留下深刻的第一印象。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8"/>
            </p:custDataLst>
          </p:nvPr>
        </p:nvSpPr>
        <p:spPr>
          <a:xfrm>
            <a:off x="4522827" y="3832975"/>
            <a:ext cx="595100" cy="595100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5347838" y="3832340"/>
            <a:ext cx="2323240" cy="53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</a:rPr>
              <a:t>侧面轮廓</a:t>
            </a:r>
            <a:endParaRPr lang="zh-CN" altLang="en-US" b="1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4522827" y="4559543"/>
            <a:ext cx="3146345" cy="1571902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从侧面看，P1S X1E 的机身轮廓富有层次感，独特的曲线设计不仅增加了产品的美观度，还在一定程度上优化了散热性能。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312541" y="3832975"/>
            <a:ext cx="595100" cy="595100"/>
          </a:xfrm>
          <a:prstGeom prst="roundRect">
            <a:avLst>
              <a:gd name="adj" fmla="val 821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9128660" y="3837421"/>
            <a:ext cx="2368968" cy="53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</a:rPr>
              <a:t>背面外观</a:t>
            </a:r>
            <a:endParaRPr lang="zh-CN" altLang="en-US" b="1">
              <a:solidFill>
                <a:schemeClr val="tx1"/>
              </a:solidFill>
              <a:latin typeface="+mn-ea"/>
              <a:cs typeface="+mn-ea"/>
            </a:endParaRPr>
          </a:p>
        </p:txBody>
      </p:sp>
      <p:pic>
        <p:nvPicPr>
          <p:cNvPr id="21" name="图片 15" descr="343439383331313b343532303033313bd3a6d3c3c9ccb3c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5367" y="3972064"/>
            <a:ext cx="316921" cy="316921"/>
          </a:xfrm>
          <a:prstGeom prst="rect">
            <a:avLst/>
          </a:prstGeom>
        </p:spPr>
      </p:pic>
      <p:sp>
        <p:nvSpPr>
          <p:cNvPr id="22" name="矩形 21"/>
          <p:cNvSpPr/>
          <p:nvPr>
            <p:custDataLst>
              <p:tags r:id="rId16"/>
            </p:custDataLst>
          </p:nvPr>
        </p:nvSpPr>
        <p:spPr>
          <a:xfrm>
            <a:off x="8311906" y="4559543"/>
            <a:ext cx="3184452" cy="1571902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设备的背面布局合理，各类接口有序排列，同时，背面的材质选择不仅保证了设备的耐用性，还与整体造型相得益彰。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23" name="图片 16" descr="343439383331313b343532303033323bd3a6d3c3b9dcc0ed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61917" y="3972064"/>
            <a:ext cx="316384" cy="316384"/>
          </a:xfrm>
          <a:prstGeom prst="rect">
            <a:avLst/>
          </a:prstGeom>
        </p:spPr>
      </p:pic>
      <p:pic>
        <p:nvPicPr>
          <p:cNvPr id="25" name="图片 19" descr="343435383038363b343532323339393bd6b4d0d0d5aad2aa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51630" y="3972064"/>
            <a:ext cx="316921" cy="316921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细节设计</a:t>
            </a:r>
            <a:endParaRPr lang="zh-CN" altLang="en-US"/>
          </a:p>
        </p:txBody>
      </p:sp>
      <p:pic>
        <p:nvPicPr>
          <p:cNvPr id="2" name="图片 1" descr="424228647\74a8cc855e2cbe53b0a84ed7aaffe598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35243"/>
          <a:stretch>
            <a:fillRect/>
          </a:stretch>
        </p:blipFill>
        <p:spPr>
          <a:xfrm>
            <a:off x="0" y="1713865"/>
            <a:ext cx="4317365" cy="411861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" name="https://photo-static-api.fotomore.com/creative/vcg/400/new/VCG41N1483048616.jpg?uid=386&amp;timestamp=1686143016&amp;sign=b560353de4fbf26a5b3939bf07f1bf22" descr="/data/temp/b8bff7c0-ee9e-11ef-9740-3ac75ce96a76.jpgb8bff7c0-ee9e-11ef-9740-3ac75ce96a76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12986" r="12927"/>
          <a:stretch>
            <a:fillRect/>
          </a:stretch>
        </p:blipFill>
        <p:spPr>
          <a:xfrm>
            <a:off x="0" y="2141855"/>
            <a:ext cx="3429635" cy="307975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4656071" y="1752378"/>
            <a:ext cx="2066265" cy="8221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5400">
                <a:solidFill>
                  <a:schemeClr val="accent1">
                    <a:alpha val="42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5400" dirty="0">
              <a:solidFill>
                <a:schemeClr val="accent1">
                  <a:alpha val="42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7"/>
            </p:custDataLst>
          </p:nvPr>
        </p:nvCxnSpPr>
        <p:spPr>
          <a:xfrm>
            <a:off x="4656071" y="2667969"/>
            <a:ext cx="2071119" cy="0"/>
          </a:xfrm>
          <a:prstGeom prst="line">
            <a:avLst/>
          </a:prstGeom>
          <a:ln w="12700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4656706" y="2761941"/>
            <a:ext cx="2066265" cy="50522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按键布局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4656071" y="3334662"/>
            <a:ext cx="2071119" cy="2526439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P1S X1E 的按键布局经过精心考量，主要操作按键位于机身显眼位置，方便用户快速操作。按键的触感舒适，反馈灵敏，提升了用户体验。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7174899" y="1752378"/>
            <a:ext cx="2068853" cy="8221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5400">
                <a:solidFill>
                  <a:schemeClr val="accent1">
                    <a:alpha val="42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5400" dirty="0">
              <a:solidFill>
                <a:schemeClr val="accent1">
                  <a:alpha val="42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1"/>
            </p:custDataLst>
          </p:nvPr>
        </p:nvCxnSpPr>
        <p:spPr>
          <a:xfrm>
            <a:off x="7174899" y="2667969"/>
            <a:ext cx="2069822" cy="0"/>
          </a:xfrm>
          <a:prstGeom prst="line">
            <a:avLst/>
          </a:prstGeom>
          <a:ln w="12700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>
            <p:custDataLst>
              <p:tags r:id="rId12"/>
            </p:custDataLst>
          </p:nvPr>
        </p:nvSpPr>
        <p:spPr>
          <a:xfrm>
            <a:off x="7174899" y="2761941"/>
            <a:ext cx="2068624" cy="50522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接口位置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3"/>
            </p:custDataLst>
          </p:nvPr>
        </p:nvSpPr>
        <p:spPr>
          <a:xfrm>
            <a:off x="7174899" y="3334662"/>
            <a:ext cx="2071119" cy="252588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设备的接口位置设计十分贴心，常用接口如 USB 接口、电源接口等位于易于插拔的位置，方便用户连接各种外部设备，无需费力寻找。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4"/>
            </p:custDataLst>
          </p:nvPr>
        </p:nvSpPr>
        <p:spPr>
          <a:xfrm>
            <a:off x="9693092" y="1752378"/>
            <a:ext cx="2069622" cy="8221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5400">
                <a:solidFill>
                  <a:schemeClr val="accent1">
                    <a:alpha val="42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zh-CN" altLang="en-US" sz="5400" dirty="0">
              <a:solidFill>
                <a:schemeClr val="accent1">
                  <a:alpha val="42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9693092" y="2667969"/>
            <a:ext cx="2069822" cy="0"/>
          </a:xfrm>
          <a:prstGeom prst="line">
            <a:avLst/>
          </a:prstGeom>
          <a:ln w="12700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16"/>
            </p:custDataLst>
          </p:nvPr>
        </p:nvSpPr>
        <p:spPr>
          <a:xfrm>
            <a:off x="9693092" y="2761941"/>
            <a:ext cx="2069393" cy="50522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材质工艺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7"/>
            </p:custDataLst>
          </p:nvPr>
        </p:nvSpPr>
        <p:spPr>
          <a:xfrm>
            <a:off x="9693727" y="3334662"/>
            <a:ext cx="2071119" cy="2525333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在细节材质工艺上，P1S X1E 展现出高品质水准。外壳采用优质材料，表面处理细腻，不仅手感舒适，还具备良好的抗磨损性能。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THREE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核心性能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/data/temp/b93b782e-ee9e-11ef-9037-6adac3648241.jpgb93b782e-ee9e-11ef-9037-6adac364824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7800" b="7800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单圆角 1"/>
          <p:cNvSpPr/>
          <p:nvPr>
            <p:custDataLst>
              <p:tags r:id="rId3"/>
            </p:custDataLst>
          </p:nvPr>
        </p:nvSpPr>
        <p:spPr>
          <a:xfrm flipH="1">
            <a:off x="696913" y="3074459"/>
            <a:ext cx="11495087" cy="3793066"/>
          </a:xfrm>
          <a:prstGeom prst="round1Rect">
            <a:avLst>
              <a:gd name="adj" fmla="val 18129"/>
            </a:avLst>
          </a:prstGeom>
          <a:solidFill>
            <a:schemeClr val="bg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209040" y="3648710"/>
            <a:ext cx="10625455" cy="720090"/>
          </a:xfrm>
        </p:spPr>
        <p:txBody>
          <a:bodyPr/>
          <a:lstStyle/>
          <a:p>
            <a:r>
              <a:rPr lang="zh-CN" altLang="en-US" sz="4000"/>
              <a:t>处理能力</a:t>
            </a:r>
            <a:endParaRPr lang="zh-CN" altLang="en-US" sz="4000"/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5087727" y="5036820"/>
            <a:ext cx="3120754" cy="10591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配备了大容量的[内存容量]高速内存，数据读取和传输速度极快，能够快速响应各种指令，确保多任务处理时的流畅性。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5515717" y="4653280"/>
            <a:ext cx="2692651" cy="3314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高速内存组合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8716117" y="5036820"/>
            <a:ext cx="3120754" cy="10591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集成了[图形处理器型号]图形处理器，具备强大的图形处理能力，无论是复杂的3D模型渲染还是高清视频播放，都能轻松应对。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9144107" y="4653280"/>
            <a:ext cx="2692652" cy="3314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</a:rPr>
              <a:t>卓越图形处理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1459337" y="5036820"/>
            <a:ext cx="3121025" cy="10591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X1E搭载了高性能的[具体处理器型号]处理器，该处理器具备先进的制程工艺和多核心处理能力，为设备的高效运行提供了坚实基础。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1887327" y="4653280"/>
            <a:ext cx="2692400" cy="3314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</a:rPr>
              <a:t>强劲处理器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1459337" y="4654550"/>
            <a:ext cx="427990" cy="33147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</a:rPr>
              <a:t>01、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2"/>
            </p:custDataLst>
          </p:nvPr>
        </p:nvSpPr>
        <p:spPr>
          <a:xfrm>
            <a:off x="5087727" y="4654550"/>
            <a:ext cx="427687" cy="33147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2"/>
                </a:solidFill>
                <a:latin typeface="+mn-ea"/>
                <a:cs typeface="+mn-ea"/>
              </a:rPr>
              <a:t>02、</a:t>
            </a:r>
            <a:endParaRPr lang="en-US" altLang="zh-CN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8716117" y="4654550"/>
            <a:ext cx="427687" cy="33147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</a:rPr>
              <a:t>03、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1210417" y="4730750"/>
            <a:ext cx="36195" cy="1287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4836267" y="4730750"/>
            <a:ext cx="36195" cy="12877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16"/>
            </p:custDataLst>
          </p:nvPr>
        </p:nvSpPr>
        <p:spPr>
          <a:xfrm>
            <a:off x="8462117" y="4730750"/>
            <a:ext cx="36195" cy="1287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运行速度</a:t>
            </a:r>
            <a:endParaRPr lang="zh-CN" altLang="en-US"/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3223270" y="2490748"/>
            <a:ext cx="190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695970" y="4506873"/>
            <a:ext cx="3142615" cy="19532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X1E的开机速度十分迅速，从按下电源键到进入操作界面，仅需[X]秒，大大节省了用户的等待时间。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695970" y="3945533"/>
            <a:ext cx="3142615" cy="4076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开机速度惊人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35" name="图片 5" descr="32313538333630393b32313538333731303bbdbbd7f7d2b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4705" y="2242463"/>
            <a:ext cx="525600" cy="525600"/>
          </a:xfrm>
          <a:prstGeom prst="rect">
            <a:avLst/>
          </a:prstGeom>
        </p:spPr>
      </p:pic>
      <p:sp>
        <p:nvSpPr>
          <p:cNvPr id="36" name="弧形 35"/>
          <p:cNvSpPr/>
          <p:nvPr>
            <p:custDataLst>
              <p:tags r:id="rId8"/>
            </p:custDataLst>
          </p:nvPr>
        </p:nvSpPr>
        <p:spPr>
          <a:xfrm>
            <a:off x="1308745" y="1532533"/>
            <a:ext cx="1916430" cy="1916430"/>
          </a:xfrm>
          <a:prstGeom prst="arc">
            <a:avLst>
              <a:gd name="adj1" fmla="val 6375916"/>
              <a:gd name="adj2" fmla="val 44539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998990" y="3150513"/>
            <a:ext cx="536575" cy="5365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8" name="矩形 37"/>
          <p:cNvSpPr/>
          <p:nvPr>
            <p:custDataLst>
              <p:tags r:id="rId10"/>
            </p:custDataLst>
          </p:nvPr>
        </p:nvSpPr>
        <p:spPr>
          <a:xfrm>
            <a:off x="4525020" y="4506873"/>
            <a:ext cx="3142615" cy="19532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各类常用软件在P1S X1E上的启动速度极快，例如，[某办公软件]的启动时间仅为[X]秒，[某设计软件]也能在[X]秒内快速开启。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4631700" y="3945533"/>
            <a:ext cx="2928620" cy="4076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软件启动高效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0" name="弧形 39"/>
          <p:cNvSpPr/>
          <p:nvPr>
            <p:custDataLst>
              <p:tags r:id="rId12"/>
            </p:custDataLst>
          </p:nvPr>
        </p:nvSpPr>
        <p:spPr>
          <a:xfrm>
            <a:off x="5137795" y="1532533"/>
            <a:ext cx="1916430" cy="1916430"/>
          </a:xfrm>
          <a:prstGeom prst="arc">
            <a:avLst>
              <a:gd name="adj1" fmla="val 6375851"/>
              <a:gd name="adj2" fmla="val 44577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>
            <p:custDataLst>
              <p:tags r:id="rId13"/>
            </p:custDataLst>
          </p:nvPr>
        </p:nvSpPr>
        <p:spPr>
          <a:xfrm>
            <a:off x="5828040" y="3150513"/>
            <a:ext cx="536575" cy="5365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2" name="矩形 41"/>
          <p:cNvSpPr/>
          <p:nvPr>
            <p:custDataLst>
              <p:tags r:id="rId14"/>
            </p:custDataLst>
          </p:nvPr>
        </p:nvSpPr>
        <p:spPr>
          <a:xfrm>
            <a:off x="8355340" y="4506873"/>
            <a:ext cx="3142615" cy="19532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在同时运行多个应用程序时，P1S X1E的多任务切换速度流畅，从一个应用切换到另一个应用几乎无需等待，确保工作和娱乐的高效进行。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3" name="矩形 42"/>
          <p:cNvSpPr/>
          <p:nvPr>
            <p:custDataLst>
              <p:tags r:id="rId15"/>
            </p:custDataLst>
          </p:nvPr>
        </p:nvSpPr>
        <p:spPr>
          <a:xfrm>
            <a:off x="8354070" y="3945533"/>
            <a:ext cx="3145154" cy="4076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多任务切换流畅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4" name="弧形 43"/>
          <p:cNvSpPr/>
          <p:nvPr>
            <p:custDataLst>
              <p:tags r:id="rId16"/>
            </p:custDataLst>
          </p:nvPr>
        </p:nvSpPr>
        <p:spPr>
          <a:xfrm>
            <a:off x="8968115" y="1532533"/>
            <a:ext cx="1916430" cy="1916430"/>
          </a:xfrm>
          <a:prstGeom prst="arc">
            <a:avLst>
              <a:gd name="adj1" fmla="val 6392578"/>
              <a:gd name="adj2" fmla="val 44379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>
            <p:custDataLst>
              <p:tags r:id="rId17"/>
            </p:custDataLst>
          </p:nvPr>
        </p:nvSpPr>
        <p:spPr>
          <a:xfrm>
            <a:off x="9658360" y="3150513"/>
            <a:ext cx="536575" cy="5365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6" name="图片 13" descr="32313538333630393b32313538333732303bcad5b2d8bfceb3cc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36770" y="2238653"/>
            <a:ext cx="579600" cy="579600"/>
          </a:xfrm>
          <a:prstGeom prst="rect">
            <a:avLst/>
          </a:prstGeom>
        </p:spPr>
      </p:pic>
      <p:pic>
        <p:nvPicPr>
          <p:cNvPr id="47" name="图片 14" descr="32313538333630393b32313538333732313bb6fac2f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06450" y="2201823"/>
            <a:ext cx="579600" cy="579600"/>
          </a:xfrm>
          <a:prstGeom prst="rect">
            <a:avLst/>
          </a:prstGeom>
        </p:spPr>
      </p:pic>
      <p:cxnSp>
        <p:nvCxnSpPr>
          <p:cNvPr id="48" name="直接连接符 47"/>
          <p:cNvCxnSpPr/>
          <p:nvPr>
            <p:custDataLst>
              <p:tags r:id="rId24"/>
            </p:custDataLst>
          </p:nvPr>
        </p:nvCxnSpPr>
        <p:spPr>
          <a:xfrm>
            <a:off x="7060575" y="2490748"/>
            <a:ext cx="190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FOUR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具体参数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硬件参数</a:t>
            </a:r>
            <a:endParaRPr lang="zh-CN" altLang="en-US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163994" y="4485116"/>
            <a:ext cx="2228208" cy="4826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</a:rPr>
              <a:t>处理器型号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3163994" y="5024868"/>
            <a:ext cx="2228208" cy="15642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X1E搭载[具体处理器型号]处理器，该处理器具备强大的运算能力，能够高效处理打印任务指令，确保打印过程的流畅性。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16" name="https://photo-static-api.fotomore.com/creative/vcg/400/new/VCG211406629223.jpg" descr="/data/temp/bb714b49-ee9e-11ef-8fe6-521c01a12741.jpg@base@tag=imgScale&amp;m=1&amp;w=485&amp;h=753&amp;q=95bb714b49-ee9e-11ef-8fe6-521c01a1274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7816" r="17816"/>
          <a:stretch>
            <a:fillRect/>
          </a:stretch>
        </p:blipFill>
        <p:spPr>
          <a:xfrm>
            <a:off x="3432281" y="1663021"/>
            <a:ext cx="1748878" cy="2717016"/>
          </a:xfrm>
          <a:prstGeom prst="roundRect">
            <a:avLst>
              <a:gd name="adj" fmla="val 50000"/>
            </a:avLst>
          </a:prstGeom>
          <a:ln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sp>
        <p:nvSpPr>
          <p:cNvPr id="17" name="椭圆 16"/>
          <p:cNvSpPr/>
          <p:nvPr>
            <p:custDataLst>
              <p:tags r:id="rId6"/>
            </p:custDataLst>
          </p:nvPr>
        </p:nvSpPr>
        <p:spPr>
          <a:xfrm>
            <a:off x="3120763" y="2376333"/>
            <a:ext cx="628142" cy="628142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8" name="https://photo-static-api.fotomore.com/creative/vcg/veer/612/veer-136956124.jpg" descr="/data/temp/bb714b57-ee9e-11ef-8fe6-521c01a12741.jpgbb714b57-ee9e-11ef-8fe6-521c01a1274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r="11209" b="8065"/>
          <a:stretch>
            <a:fillRect/>
          </a:stretch>
        </p:blipFill>
        <p:spPr>
          <a:xfrm>
            <a:off x="7101196" y="1663021"/>
            <a:ext cx="1748878" cy="2717017"/>
          </a:xfrm>
          <a:prstGeom prst="roundRect">
            <a:avLst>
              <a:gd name="adj" fmla="val 50000"/>
            </a:avLst>
          </a:prstGeom>
          <a:ln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sp>
        <p:nvSpPr>
          <p:cNvPr id="19" name="椭圆 18"/>
          <p:cNvSpPr/>
          <p:nvPr>
            <p:custDataLst>
              <p:tags r:id="rId9"/>
            </p:custDataLst>
          </p:nvPr>
        </p:nvSpPr>
        <p:spPr>
          <a:xfrm>
            <a:off x="6782049" y="2376333"/>
            <a:ext cx="628142" cy="628142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6825280" y="4485116"/>
            <a:ext cx="2228208" cy="4826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</a:rPr>
              <a:t>内存容量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6825280" y="5024868"/>
            <a:ext cx="2228207" cy="15642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拥有[X]GB的内存容量，充足的内存可保障设备在运行多个程序和处理复杂打印文件时，不会出现卡顿现象，提升整体运行效率。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/data/temp/baf75de0-ee9e-11ef-ad6f-1ef3f29b64b0.jpgbaf75de0-ee9e-11ef-ad6f-1ef3f29b64b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608" b="4843"/>
          <a:stretch>
            <a:fillRect/>
          </a:stretch>
        </p:blipFill>
        <p:spPr>
          <a:xfrm>
            <a:off x="6511675" y="0"/>
            <a:ext cx="568032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94" h="10777">
                <a:moveTo>
                  <a:pt x="6575" y="5764"/>
                </a:moveTo>
                <a:cubicBezTo>
                  <a:pt x="6666" y="5764"/>
                  <a:pt x="6756" y="5799"/>
                  <a:pt x="6826" y="5868"/>
                </a:cubicBezTo>
                <a:lnTo>
                  <a:pt x="8894" y="7937"/>
                </a:lnTo>
                <a:lnTo>
                  <a:pt x="8894" y="9625"/>
                </a:lnTo>
                <a:lnTo>
                  <a:pt x="7742" y="10777"/>
                </a:lnTo>
                <a:lnTo>
                  <a:pt x="4807" y="10777"/>
                </a:lnTo>
                <a:lnTo>
                  <a:pt x="3362" y="9332"/>
                </a:lnTo>
                <a:cubicBezTo>
                  <a:pt x="3223" y="9193"/>
                  <a:pt x="3223" y="8969"/>
                  <a:pt x="3362" y="8830"/>
                </a:cubicBezTo>
                <a:lnTo>
                  <a:pt x="6324" y="5868"/>
                </a:lnTo>
                <a:cubicBezTo>
                  <a:pt x="6393" y="5799"/>
                  <a:pt x="6484" y="5764"/>
                  <a:pt x="6575" y="5764"/>
                </a:cubicBezTo>
                <a:close/>
                <a:moveTo>
                  <a:pt x="8894" y="3298"/>
                </a:moveTo>
                <a:lnTo>
                  <a:pt x="8894" y="7694"/>
                </a:lnTo>
                <a:lnTo>
                  <a:pt x="6947" y="5747"/>
                </a:lnTo>
                <a:cubicBezTo>
                  <a:pt x="6808" y="5609"/>
                  <a:pt x="6808" y="5384"/>
                  <a:pt x="6947" y="5246"/>
                </a:cubicBezTo>
                <a:lnTo>
                  <a:pt x="8894" y="3298"/>
                </a:lnTo>
                <a:close/>
                <a:moveTo>
                  <a:pt x="3317" y="2506"/>
                </a:moveTo>
                <a:cubicBezTo>
                  <a:pt x="3408" y="2506"/>
                  <a:pt x="3498" y="2541"/>
                  <a:pt x="3568" y="2610"/>
                </a:cubicBezTo>
                <a:lnTo>
                  <a:pt x="6229" y="5272"/>
                </a:lnTo>
                <a:cubicBezTo>
                  <a:pt x="6368" y="5410"/>
                  <a:pt x="6368" y="5635"/>
                  <a:pt x="6229" y="5773"/>
                </a:cubicBezTo>
                <a:lnTo>
                  <a:pt x="3267" y="8736"/>
                </a:lnTo>
                <a:cubicBezTo>
                  <a:pt x="3129" y="8874"/>
                  <a:pt x="2904" y="8874"/>
                  <a:pt x="2766" y="8736"/>
                </a:cubicBezTo>
                <a:lnTo>
                  <a:pt x="104" y="6074"/>
                </a:lnTo>
                <a:cubicBezTo>
                  <a:pt x="-35" y="5935"/>
                  <a:pt x="-35" y="5711"/>
                  <a:pt x="104" y="5572"/>
                </a:cubicBezTo>
                <a:lnTo>
                  <a:pt x="3066" y="2610"/>
                </a:lnTo>
                <a:cubicBezTo>
                  <a:pt x="3135" y="2541"/>
                  <a:pt x="3226" y="2506"/>
                  <a:pt x="3317" y="2506"/>
                </a:cubicBezTo>
                <a:close/>
                <a:moveTo>
                  <a:pt x="5676" y="0"/>
                </a:moveTo>
                <a:lnTo>
                  <a:pt x="8127" y="0"/>
                </a:lnTo>
                <a:lnTo>
                  <a:pt x="8894" y="767"/>
                </a:lnTo>
                <a:lnTo>
                  <a:pt x="8894" y="3109"/>
                </a:lnTo>
                <a:lnTo>
                  <a:pt x="6852" y="5151"/>
                </a:lnTo>
                <a:cubicBezTo>
                  <a:pt x="6713" y="5289"/>
                  <a:pt x="6489" y="5289"/>
                  <a:pt x="6350" y="5151"/>
                </a:cubicBezTo>
                <a:lnTo>
                  <a:pt x="3689" y="2489"/>
                </a:lnTo>
                <a:cubicBezTo>
                  <a:pt x="3550" y="2351"/>
                  <a:pt x="3550" y="2126"/>
                  <a:pt x="3689" y="1988"/>
                </a:cubicBezTo>
                <a:lnTo>
                  <a:pt x="5676" y="0"/>
                </a:lnTo>
                <a:close/>
              </a:path>
            </a:pathLst>
          </a:cu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45"/>
            <a:ext cx="8252460" cy="720090"/>
          </a:xfrm>
        </p:spPr>
        <p:txBody>
          <a:bodyPr/>
          <a:lstStyle/>
          <a:p>
            <a:r>
              <a:rPr lang="zh-CN" altLang="en-US"/>
              <a:t>硬件参数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1636899" y="2212456"/>
            <a:ext cx="4319176" cy="15243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设备配备[X]GB的存储空间，可满足用户存储大量的打印模型文件，无需频繁删除文件以释放空间。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636899" y="1706263"/>
            <a:ext cx="4319176" cy="4584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存储容量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695735" y="2097990"/>
            <a:ext cx="721134" cy="7211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1637535" y="4317355"/>
            <a:ext cx="4319176" cy="4584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打印喷头参数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8"/>
            </p:custDataLst>
          </p:nvPr>
        </p:nvSpPr>
        <p:spPr>
          <a:xfrm>
            <a:off x="695735" y="4365049"/>
            <a:ext cx="721134" cy="7211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636263" y="4824184"/>
            <a:ext cx="4319176" cy="15223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打印喷头采用先进技术，喷头直径为[具体数值]，能够实现高精度的材料挤出，确保打印细节清晰呈现。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功能参数</a:t>
            </a:r>
            <a:endParaRPr lang="zh-CN" altLang="en-US" dirty="0"/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791642" y="1870075"/>
            <a:ext cx="407289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7248207" y="3083560"/>
            <a:ext cx="3160395" cy="259969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具备出色的扩展能力，可通过特定接口连接外部设备，如扩展存储设备以进一步增加存储容量，或者连接辅助散热设备，优化打印环境。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7248207" y="2459355"/>
            <a:ext cx="3160395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chemeClr val="accent1"/>
                </a:solidFill>
                <a:latin typeface="+mn-ea"/>
                <a:cs typeface="+mn-ea"/>
              </a:rPr>
              <a:t>扩展能力</a:t>
            </a:r>
            <a:endParaRPr lang="zh-CN" altLang="en-US" sz="24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8382952" y="144335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8413432" y="1442720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>
            <p:custDataLst>
              <p:tags r:id="rId7"/>
            </p:custDataLst>
          </p:nvPr>
        </p:nvSpPr>
        <p:spPr>
          <a:xfrm>
            <a:off x="1328103" y="1870075"/>
            <a:ext cx="407289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784668" y="3083560"/>
            <a:ext cx="3160395" cy="259969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X1E支持多种接口类型，包括USB接口、Wi-Fi无线连接等。USB接口方便用户直接连接外部存储设备传输打印文件；Wi-Fi无线连接则让设备可轻松接入网络，实现远程控制打印。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1784668" y="2459355"/>
            <a:ext cx="3160395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chemeClr val="accent1"/>
                </a:solidFill>
                <a:latin typeface="+mn-ea"/>
                <a:cs typeface="+mn-ea"/>
              </a:rPr>
              <a:t>支持的接口类型</a:t>
            </a:r>
            <a:endParaRPr lang="zh-CN" altLang="en-US" sz="24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8650287" y="5868670"/>
            <a:ext cx="356235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1"/>
            </p:custDataLst>
          </p:nvPr>
        </p:nvCxnSpPr>
        <p:spPr>
          <a:xfrm>
            <a:off x="3186748" y="5868670"/>
            <a:ext cx="356235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2919413" y="144335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2949893" y="1442720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pic>
        <p:nvPicPr>
          <p:cNvPr id="22" name="图形 16" descr="333438303937363b333438313038303bd7e9d6afbcdcb9b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02623" y="1696085"/>
            <a:ext cx="323642" cy="323642"/>
          </a:xfrm>
          <a:prstGeom prst="rect">
            <a:avLst/>
          </a:prstGeom>
        </p:spPr>
      </p:pic>
      <p:pic>
        <p:nvPicPr>
          <p:cNvPr id="23" name="图形 17" descr="333438303937363b333438313039323bcfeec4bfbcc6bba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66162" y="1695450"/>
            <a:ext cx="323851" cy="323851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/data/temp/bc78b75e-ee9e-11ef-a7c0-e2293c0d2663.jpgbc78b75e-ee9e-11ef-a7c0-e2293c0d2663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t="20748"/>
          <a:stretch>
            <a:fillRect/>
          </a:stretch>
        </p:blipFill>
        <p:spPr>
          <a:xfrm>
            <a:off x="-4597" y="0"/>
            <a:ext cx="12196598" cy="5094605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-9196" y="-13018"/>
            <a:ext cx="12192000" cy="5094605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2000"/>
                </a:srgbClr>
              </a:gs>
              <a:gs pos="35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  <a:ln w="3175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490980" y="1123950"/>
            <a:ext cx="4605020" cy="1916414"/>
          </a:xfrm>
        </p:spPr>
        <p:txBody>
          <a:bodyPr lIns="0" tIns="0" rIns="0" bIns="0" anchor="b" anchorCtr="0">
            <a:noAutofit/>
          </a:bodyPr>
          <a:lstStyle/>
          <a:p>
            <a:r>
              <a:rPr lang="zh-CN" altLang="en-US" sz="4400" dirty="0">
                <a:solidFill>
                  <a:schemeClr val="lt1">
                    <a:lumMod val="100000"/>
                  </a:schemeClr>
                </a:solidFill>
                <a:sym typeface="+mn-ea"/>
              </a:rPr>
              <a:t>功能参数</a:t>
            </a:r>
            <a:endParaRPr lang="zh-CN" altLang="en-US" sz="4400" dirty="0">
              <a:solidFill>
                <a:schemeClr val="lt1">
                  <a:lumMod val="100000"/>
                </a:schemeClr>
              </a:solidFill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1024255" y="3428047"/>
            <a:ext cx="10130790" cy="2667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484630" y="4375467"/>
            <a:ext cx="9210675" cy="14141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+mn-ea"/>
                <a:cs typeface="+mn-ea"/>
              </a:rPr>
              <a:t>拥有多种打印模式，如普通模式、高精度模式、快速模式等。普通模式适用于日常打印需求；高精度模式下可实现极致的打印精度；快速模式则能在较短时间内完成打印任务。</a:t>
            </a:r>
            <a:endParaRPr lang="zh-CN" altLang="en-US" sz="16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1485265" y="3735387"/>
            <a:ext cx="9210675" cy="4984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</a:rPr>
              <a:t>打印模式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FIVE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特色功能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独特功能展示</a:t>
            </a:r>
            <a:endParaRPr lang="zh-CN" altLang="en-US" dirty="0"/>
          </a:p>
        </p:txBody>
      </p:sp>
      <p:sp>
        <p:nvSpPr>
          <p:cNvPr id="6" name="椭圆 5"/>
          <p:cNvSpPr/>
          <p:nvPr>
            <p:custDataLst>
              <p:tags r:id="rId2"/>
            </p:custDataLst>
          </p:nvPr>
        </p:nvSpPr>
        <p:spPr>
          <a:xfrm rot="10800000">
            <a:off x="5945340" y="2719313"/>
            <a:ext cx="1887967" cy="1887967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7" name="椭圆 6"/>
          <p:cNvSpPr/>
          <p:nvPr>
            <p:custDataLst>
              <p:tags r:id="rId3"/>
            </p:custDataLst>
          </p:nvPr>
        </p:nvSpPr>
        <p:spPr>
          <a:xfrm rot="10800000">
            <a:off x="4359016" y="2719313"/>
            <a:ext cx="1887967" cy="1887967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8232746" y="2561189"/>
            <a:ext cx="3198050" cy="32755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该设备拥有智能材料适配系统，可自动识别装入的打印材料，并根据材料特性调整打印参数。无论是常见的 PLA 材料，还是特殊的尼龙材料等，都能实现精准适配，确保打印效果的稳定性。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8232746" y="2102056"/>
            <a:ext cx="3198685" cy="36832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schemeClr val="accent1"/>
                </a:solidFill>
                <a:latin typeface="+mn-ea"/>
                <a:cs typeface="+mn-ea"/>
              </a:rPr>
              <a:t>智能材料适配功能</a:t>
            </a:r>
            <a:endParaRPr lang="zh-CN" altLang="en-US" sz="20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758987" y="2561189"/>
            <a:ext cx="3198050" cy="32755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X1E具备超高速打印能力，其打印速度相比同类型产品有显著提升。例如，在打印一个中等尺寸的模型时，传统设备可能需要数小时，而P1S X1E能将时间缩短至原来的三分之一左右，大大提高了工作效率。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758987" y="2102056"/>
            <a:ext cx="3197415" cy="36832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超高速打印功能</a:t>
            </a:r>
            <a:endParaRPr lang="zh-CN" altLang="en-US" sz="20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0" name="图片 3" descr="343439383331313b343532303031393bd2b5bca8b9dcc0ed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05185" y="3465483"/>
            <a:ext cx="396024" cy="396024"/>
          </a:xfrm>
          <a:prstGeom prst="rect">
            <a:avLst/>
          </a:prstGeom>
        </p:spPr>
      </p:pic>
      <p:pic>
        <p:nvPicPr>
          <p:cNvPr id="21" name="图片 4" descr="343439383331313b343532303032303bb8f6c8cbd0c5cfa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4685" y="3468658"/>
            <a:ext cx="388822" cy="388822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>
            <p:custDataLst>
              <p:tags r:id="rId1"/>
            </p:custDataLst>
          </p:nvPr>
        </p:nvSpPr>
        <p:spPr>
          <a:xfrm>
            <a:off x="5597325" y="0"/>
            <a:ext cx="6606075" cy="6858000"/>
          </a:xfrm>
          <a:custGeom>
            <a:avLst/>
            <a:gdLst>
              <a:gd name="connsiteX0" fmla="*/ 3372960 w 6606075"/>
              <a:gd name="connsiteY0" fmla="*/ 0 h 6858000"/>
              <a:gd name="connsiteX1" fmla="*/ 6606075 w 6606075"/>
              <a:gd name="connsiteY1" fmla="*/ 0 h 6858000"/>
              <a:gd name="connsiteX2" fmla="*/ 6606075 w 6606075"/>
              <a:gd name="connsiteY2" fmla="*/ 4235606 h 6858000"/>
              <a:gd name="connsiteX3" fmla="*/ 6572407 w 6606075"/>
              <a:gd name="connsiteY3" fmla="*/ 4226949 h 6858000"/>
              <a:gd name="connsiteX4" fmla="*/ 6295001 w 6606075"/>
              <a:gd name="connsiteY4" fmla="*/ 4198984 h 6858000"/>
              <a:gd name="connsiteX5" fmla="*/ 4918536 w 6606075"/>
              <a:gd name="connsiteY5" fmla="*/ 5575449 h 6858000"/>
              <a:gd name="connsiteX6" fmla="*/ 5759219 w 6606075"/>
              <a:gd name="connsiteY6" fmla="*/ 6843745 h 6858000"/>
              <a:gd name="connsiteX7" fmla="*/ 5798167 w 6606075"/>
              <a:gd name="connsiteY7" fmla="*/ 6858000 h 6858000"/>
              <a:gd name="connsiteX8" fmla="*/ 131098 w 6606075"/>
              <a:gd name="connsiteY8" fmla="*/ 6858000 h 6858000"/>
              <a:gd name="connsiteX9" fmla="*/ 127892 w 6606075"/>
              <a:gd name="connsiteY9" fmla="*/ 6844111 h 6858000"/>
              <a:gd name="connsiteX10" fmla="*/ 0 w 6606075"/>
              <a:gd name="connsiteY10" fmla="*/ 5575449 h 6858000"/>
              <a:gd name="connsiteX11" fmla="*/ 3294430 w 6606075"/>
              <a:gd name="connsiteY11" fmla="*/ 40221 h 6858000"/>
              <a:gd name="connsiteX12" fmla="*/ 3372960 w 6606075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6075" h="6858000">
                <a:moveTo>
                  <a:pt x="3372960" y="0"/>
                </a:moveTo>
                <a:lnTo>
                  <a:pt x="6606075" y="0"/>
                </a:lnTo>
                <a:lnTo>
                  <a:pt x="6606075" y="4235606"/>
                </a:lnTo>
                <a:lnTo>
                  <a:pt x="6572407" y="4226949"/>
                </a:lnTo>
                <a:cubicBezTo>
                  <a:pt x="6482802" y="4208613"/>
                  <a:pt x="6390026" y="4198984"/>
                  <a:pt x="6295001" y="4198984"/>
                </a:cubicBezTo>
                <a:cubicBezTo>
                  <a:pt x="5534800" y="4198984"/>
                  <a:pt x="4918536" y="4815248"/>
                  <a:pt x="4918536" y="5575449"/>
                </a:cubicBezTo>
                <a:cubicBezTo>
                  <a:pt x="4918536" y="6145600"/>
                  <a:pt x="5265184" y="6634786"/>
                  <a:pt x="5759219" y="6843745"/>
                </a:cubicBezTo>
                <a:lnTo>
                  <a:pt x="5798167" y="6858000"/>
                </a:lnTo>
                <a:lnTo>
                  <a:pt x="131098" y="6858000"/>
                </a:lnTo>
                <a:lnTo>
                  <a:pt x="127892" y="6844111"/>
                </a:lnTo>
                <a:cubicBezTo>
                  <a:pt x="44037" y="6434322"/>
                  <a:pt x="0" y="6010028"/>
                  <a:pt x="0" y="5575449"/>
                </a:cubicBezTo>
                <a:cubicBezTo>
                  <a:pt x="0" y="3185264"/>
                  <a:pt x="1332119" y="1106212"/>
                  <a:pt x="3294430" y="40221"/>
                </a:cubicBezTo>
                <a:lnTo>
                  <a:pt x="337296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"/>
                </a:schemeClr>
              </a:gs>
              <a:gs pos="100000">
                <a:schemeClr val="accent1">
                  <a:alpha val="5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605790"/>
            <a:ext cx="6713220" cy="906145"/>
          </a:xfrm>
        </p:spPr>
        <p:txBody>
          <a:bodyPr/>
          <a:lstStyle/>
          <a:p>
            <a:r>
              <a:rPr lang="zh-CN" altLang="en-US" sz="4000"/>
              <a:t>独特功能展示</a:t>
            </a:r>
            <a:endParaRPr lang="zh-CN" altLang="en-US" sz="4000"/>
          </a:p>
        </p:txBody>
      </p:sp>
      <p:pic>
        <p:nvPicPr>
          <p:cNvPr id="2" name="图片 1" descr="/data/temp/bc03a71f-ee9e-11ef-9cb2-6adf7c0c3301.jpgbc03a71f-ee9e-11ef-9cb2-6adf7c0c3301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t="15375" b="15375"/>
          <a:stretch>
            <a:fillRect/>
          </a:stretch>
        </p:blipFill>
        <p:spPr>
          <a:xfrm>
            <a:off x="5585927" y="0"/>
            <a:ext cx="6606075" cy="6858000"/>
          </a:xfrm>
          <a:custGeom>
            <a:avLst/>
            <a:gdLst>
              <a:gd name="connsiteX0" fmla="*/ 4692578 w 6606075"/>
              <a:gd name="connsiteY0" fmla="*/ 0 h 6858000"/>
              <a:gd name="connsiteX1" fmla="*/ 6606075 w 6606075"/>
              <a:gd name="connsiteY1" fmla="*/ 0 h 6858000"/>
              <a:gd name="connsiteX2" fmla="*/ 6606075 w 6606075"/>
              <a:gd name="connsiteY2" fmla="*/ 4238722 h 6858000"/>
              <a:gd name="connsiteX3" fmla="*/ 6486982 w 6606075"/>
              <a:gd name="connsiteY3" fmla="*/ 4220546 h 6858000"/>
              <a:gd name="connsiteX4" fmla="*/ 6295001 w 6606075"/>
              <a:gd name="connsiteY4" fmla="*/ 4210852 h 6858000"/>
              <a:gd name="connsiteX5" fmla="*/ 4417328 w 6606075"/>
              <a:gd name="connsiteY5" fmla="*/ 6088525 h 6858000"/>
              <a:gd name="connsiteX6" fmla="*/ 4564885 w 6606075"/>
              <a:gd name="connsiteY6" fmla="*/ 6819400 h 6858000"/>
              <a:gd name="connsiteX7" fmla="*/ 4583480 w 6606075"/>
              <a:gd name="connsiteY7" fmla="*/ 6858000 h 6858000"/>
              <a:gd name="connsiteX8" fmla="*/ 48492 w 6606075"/>
              <a:gd name="connsiteY8" fmla="*/ 6858000 h 6858000"/>
              <a:gd name="connsiteX9" fmla="*/ 32500 w 6606075"/>
              <a:gd name="connsiteY9" fmla="*/ 6732152 h 6858000"/>
              <a:gd name="connsiteX10" fmla="*/ 0 w 6606075"/>
              <a:gd name="connsiteY10" fmla="*/ 6088525 h 6858000"/>
              <a:gd name="connsiteX11" fmla="*/ 4423060 w 6606075"/>
              <a:gd name="connsiteY11" fmla="*/ 765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06075" h="6858000">
                <a:moveTo>
                  <a:pt x="4692578" y="0"/>
                </a:moveTo>
                <a:lnTo>
                  <a:pt x="6606075" y="0"/>
                </a:lnTo>
                <a:lnTo>
                  <a:pt x="6606075" y="4238722"/>
                </a:lnTo>
                <a:lnTo>
                  <a:pt x="6486982" y="4220546"/>
                </a:lnTo>
                <a:cubicBezTo>
                  <a:pt x="6423860" y="4214136"/>
                  <a:pt x="6359814" y="4210852"/>
                  <a:pt x="6295001" y="4210852"/>
                </a:cubicBezTo>
                <a:cubicBezTo>
                  <a:pt x="5257991" y="4210852"/>
                  <a:pt x="4417328" y="5051515"/>
                  <a:pt x="4417328" y="6088525"/>
                </a:cubicBezTo>
                <a:cubicBezTo>
                  <a:pt x="4417328" y="6347777"/>
                  <a:pt x="4469869" y="6594758"/>
                  <a:pt x="4564885" y="6819400"/>
                </a:cubicBezTo>
                <a:lnTo>
                  <a:pt x="4583480" y="6858000"/>
                </a:lnTo>
                <a:lnTo>
                  <a:pt x="48492" y="6858000"/>
                </a:lnTo>
                <a:lnTo>
                  <a:pt x="32500" y="6732152"/>
                </a:lnTo>
                <a:cubicBezTo>
                  <a:pt x="11009" y="6520533"/>
                  <a:pt x="0" y="6305814"/>
                  <a:pt x="0" y="6088525"/>
                </a:cubicBezTo>
                <a:cubicBezTo>
                  <a:pt x="0" y="3263761"/>
                  <a:pt x="1860563" y="873554"/>
                  <a:pt x="4423060" y="7653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79134" y="2750467"/>
            <a:ext cx="4320000" cy="304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P1S X1E配备高精度校准功能，在每次打印前，设备会自动对打印平台和喷头进行校准。通过先进的传感器技术，能将校准精度控制在极小的范围内，保证打印出的模型尺寸精度极高，细节栩栩如生。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679450" y="2165350"/>
            <a:ext cx="4319905" cy="4432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高精度校准功能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功能优势分析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337270" y="2334976"/>
            <a:ext cx="6280829" cy="8827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超高速打印功能使P1S X1E在满足紧急项目需求时表现出色。比如在产品原型制作阶段，快速的打印速度能让设计师在短时间内获得多个迭代版本，加速产品研发进程，抢占市场先机。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3337270" y="1918127"/>
            <a:ext cx="6280829" cy="36915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超高速打印的优势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3337270" y="3767813"/>
            <a:ext cx="6280829" cy="8827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智能材料适配功能为用户省去了繁琐的参数设置过程。即使是打印材料方面的新手，也能轻松上手，无需担心因参数设置不当导致的打印失败问题，降低了使用门槛，提高了用户体验。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3337270" y="3350964"/>
            <a:ext cx="6280829" cy="36915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智能材料适配的便利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337270" y="5184316"/>
            <a:ext cx="6280829" cy="8827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高精度校准功能确保了打印质量的稳定性和可靠性。对于对精度要求极高的工业制造和医疗领域，P1S X1E打印出的零部件和模型能完美契合需求，减少因精度问题导致的产品瑕疵和报废率，节约成本。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3337270" y="4767467"/>
            <a:ext cx="6280829" cy="36915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高精度校准的价值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8" name="图形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21212" y="2020053"/>
            <a:ext cx="471079" cy="471079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40160" y="3454850"/>
            <a:ext cx="451905" cy="448254"/>
          </a:xfrm>
          <a:prstGeom prst="rect">
            <a:avLst/>
          </a:prstGeom>
        </p:spPr>
      </p:pic>
      <p:pic>
        <p:nvPicPr>
          <p:cNvPr id="20" name="图形 2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40160" y="4856978"/>
            <a:ext cx="451905" cy="451905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SIX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用户评价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>
                <a:sym typeface="+mn-ea"/>
              </a:rPr>
              <a:t>实际用户反馈</a:t>
            </a:r>
            <a:endParaRPr lang="zh-CN" altLang="en-US">
              <a:sym typeface="+mn-ea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768352" y="3694594"/>
            <a:ext cx="2882336" cy="358465"/>
          </a:xfrm>
          <a:custGeom>
            <a:avLst/>
            <a:gdLst>
              <a:gd name="connsiteX0" fmla="*/ 0 w 2879725"/>
              <a:gd name="connsiteY0" fmla="*/ 89535 h 358140"/>
              <a:gd name="connsiteX1" fmla="*/ 1020324 w 2879725"/>
              <a:gd name="connsiteY1" fmla="*/ 89535 h 358140"/>
              <a:gd name="connsiteX2" fmla="*/ 1019622 w 2879725"/>
              <a:gd name="connsiteY2" fmla="*/ 91798 h 358140"/>
              <a:gd name="connsiteX3" fmla="*/ 1010920 w 2879725"/>
              <a:gd name="connsiteY3" fmla="*/ 178117 h 358140"/>
              <a:gd name="connsiteX4" fmla="*/ 1019622 w 2879725"/>
              <a:gd name="connsiteY4" fmla="*/ 264436 h 358140"/>
              <a:gd name="connsiteX5" fmla="*/ 1020916 w 2879725"/>
              <a:gd name="connsiteY5" fmla="*/ 268605 h 358140"/>
              <a:gd name="connsiteX6" fmla="*/ 0 w 2879725"/>
              <a:gd name="connsiteY6" fmla="*/ 268605 h 358140"/>
              <a:gd name="connsiteX7" fmla="*/ 89535 w 2879725"/>
              <a:gd name="connsiteY7" fmla="*/ 179070 h 358140"/>
              <a:gd name="connsiteX8" fmla="*/ 2700655 w 2879725"/>
              <a:gd name="connsiteY8" fmla="*/ 0 h 358140"/>
              <a:gd name="connsiteX9" fmla="*/ 2879725 w 2879725"/>
              <a:gd name="connsiteY9" fmla="*/ 179070 h 358140"/>
              <a:gd name="connsiteX10" fmla="*/ 2700655 w 2879725"/>
              <a:gd name="connsiteY10" fmla="*/ 358140 h 358140"/>
              <a:gd name="connsiteX11" fmla="*/ 2700655 w 2879725"/>
              <a:gd name="connsiteY11" fmla="*/ 268605 h 358140"/>
              <a:gd name="connsiteX12" fmla="*/ 1857538 w 2879725"/>
              <a:gd name="connsiteY12" fmla="*/ 268605 h 358140"/>
              <a:gd name="connsiteX13" fmla="*/ 1858832 w 2879725"/>
              <a:gd name="connsiteY13" fmla="*/ 264436 h 358140"/>
              <a:gd name="connsiteX14" fmla="*/ 1867534 w 2879725"/>
              <a:gd name="connsiteY14" fmla="*/ 178117 h 358140"/>
              <a:gd name="connsiteX15" fmla="*/ 1858832 w 2879725"/>
              <a:gd name="connsiteY15" fmla="*/ 91798 h 358140"/>
              <a:gd name="connsiteX16" fmla="*/ 1858130 w 2879725"/>
              <a:gd name="connsiteY16" fmla="*/ 89535 h 358140"/>
              <a:gd name="connsiteX17" fmla="*/ 2700655 w 287972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79725" h="358140">
                <a:moveTo>
                  <a:pt x="0" y="89535"/>
                </a:moveTo>
                <a:lnTo>
                  <a:pt x="1020324" y="89535"/>
                </a:lnTo>
                <a:lnTo>
                  <a:pt x="1019622" y="91798"/>
                </a:lnTo>
                <a:cubicBezTo>
                  <a:pt x="1013916" y="119680"/>
                  <a:pt x="1010920" y="148549"/>
                  <a:pt x="1010920" y="178117"/>
                </a:cubicBezTo>
                <a:cubicBezTo>
                  <a:pt x="1010920" y="207685"/>
                  <a:pt x="1013916" y="236554"/>
                  <a:pt x="1019622" y="264436"/>
                </a:cubicBezTo>
                <a:lnTo>
                  <a:pt x="1020916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700655" y="0"/>
                </a:moveTo>
                <a:lnTo>
                  <a:pt x="2879725" y="179070"/>
                </a:lnTo>
                <a:lnTo>
                  <a:pt x="2700655" y="358140"/>
                </a:lnTo>
                <a:lnTo>
                  <a:pt x="2700655" y="268605"/>
                </a:lnTo>
                <a:lnTo>
                  <a:pt x="1857538" y="268605"/>
                </a:lnTo>
                <a:lnTo>
                  <a:pt x="1858832" y="264436"/>
                </a:lnTo>
                <a:cubicBezTo>
                  <a:pt x="1864538" y="236554"/>
                  <a:pt x="1867534" y="207685"/>
                  <a:pt x="1867534" y="178117"/>
                </a:cubicBezTo>
                <a:cubicBezTo>
                  <a:pt x="1867534" y="148549"/>
                  <a:pt x="1864538" y="119680"/>
                  <a:pt x="1858832" y="91798"/>
                </a:cubicBezTo>
                <a:lnTo>
                  <a:pt x="1858130" y="89535"/>
                </a:lnTo>
                <a:lnTo>
                  <a:pt x="2700655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4650688" y="3693959"/>
            <a:ext cx="2882336" cy="358465"/>
          </a:xfrm>
          <a:custGeom>
            <a:avLst/>
            <a:gdLst>
              <a:gd name="connsiteX0" fmla="*/ 0 w 2879725"/>
              <a:gd name="connsiteY0" fmla="*/ 89535 h 358140"/>
              <a:gd name="connsiteX1" fmla="*/ 1020522 w 2879725"/>
              <a:gd name="connsiteY1" fmla="*/ 89535 h 358140"/>
              <a:gd name="connsiteX2" fmla="*/ 1019622 w 2879725"/>
              <a:gd name="connsiteY2" fmla="*/ 92433 h 358140"/>
              <a:gd name="connsiteX3" fmla="*/ 1010920 w 2879725"/>
              <a:gd name="connsiteY3" fmla="*/ 178752 h 358140"/>
              <a:gd name="connsiteX4" fmla="*/ 1019622 w 2879725"/>
              <a:gd name="connsiteY4" fmla="*/ 265071 h 358140"/>
              <a:gd name="connsiteX5" fmla="*/ 1020719 w 2879725"/>
              <a:gd name="connsiteY5" fmla="*/ 268605 h 358140"/>
              <a:gd name="connsiteX6" fmla="*/ 0 w 2879725"/>
              <a:gd name="connsiteY6" fmla="*/ 268605 h 358140"/>
              <a:gd name="connsiteX7" fmla="*/ 89535 w 2879725"/>
              <a:gd name="connsiteY7" fmla="*/ 179070 h 358140"/>
              <a:gd name="connsiteX8" fmla="*/ 2700655 w 2879725"/>
              <a:gd name="connsiteY8" fmla="*/ 0 h 358140"/>
              <a:gd name="connsiteX9" fmla="*/ 2879725 w 2879725"/>
              <a:gd name="connsiteY9" fmla="*/ 179070 h 358140"/>
              <a:gd name="connsiteX10" fmla="*/ 2700655 w 2879725"/>
              <a:gd name="connsiteY10" fmla="*/ 358140 h 358140"/>
              <a:gd name="connsiteX11" fmla="*/ 2700655 w 2879725"/>
              <a:gd name="connsiteY11" fmla="*/ 268605 h 358140"/>
              <a:gd name="connsiteX12" fmla="*/ 1857735 w 2879725"/>
              <a:gd name="connsiteY12" fmla="*/ 268605 h 358140"/>
              <a:gd name="connsiteX13" fmla="*/ 1858833 w 2879725"/>
              <a:gd name="connsiteY13" fmla="*/ 265071 h 358140"/>
              <a:gd name="connsiteX14" fmla="*/ 1867534 w 2879725"/>
              <a:gd name="connsiteY14" fmla="*/ 178752 h 358140"/>
              <a:gd name="connsiteX15" fmla="*/ 1858833 w 2879725"/>
              <a:gd name="connsiteY15" fmla="*/ 92433 h 358140"/>
              <a:gd name="connsiteX16" fmla="*/ 1857933 w 2879725"/>
              <a:gd name="connsiteY16" fmla="*/ 89535 h 358140"/>
              <a:gd name="connsiteX17" fmla="*/ 2700655 w 287972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79725" h="358140">
                <a:moveTo>
                  <a:pt x="0" y="89535"/>
                </a:moveTo>
                <a:lnTo>
                  <a:pt x="1020522" y="89535"/>
                </a:lnTo>
                <a:lnTo>
                  <a:pt x="1019622" y="92433"/>
                </a:lnTo>
                <a:cubicBezTo>
                  <a:pt x="1013917" y="120315"/>
                  <a:pt x="1010920" y="149184"/>
                  <a:pt x="1010920" y="178752"/>
                </a:cubicBezTo>
                <a:cubicBezTo>
                  <a:pt x="1010920" y="208320"/>
                  <a:pt x="1013917" y="237189"/>
                  <a:pt x="1019622" y="265071"/>
                </a:cubicBezTo>
                <a:lnTo>
                  <a:pt x="102071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700655" y="0"/>
                </a:moveTo>
                <a:lnTo>
                  <a:pt x="2879725" y="179070"/>
                </a:lnTo>
                <a:lnTo>
                  <a:pt x="2700655" y="358140"/>
                </a:lnTo>
                <a:lnTo>
                  <a:pt x="2700655" y="268605"/>
                </a:lnTo>
                <a:lnTo>
                  <a:pt x="1857735" y="268605"/>
                </a:lnTo>
                <a:lnTo>
                  <a:pt x="1858833" y="265071"/>
                </a:lnTo>
                <a:cubicBezTo>
                  <a:pt x="1864538" y="237189"/>
                  <a:pt x="1867534" y="208320"/>
                  <a:pt x="1867534" y="178752"/>
                </a:cubicBezTo>
                <a:cubicBezTo>
                  <a:pt x="1867534" y="149184"/>
                  <a:pt x="1864538" y="120315"/>
                  <a:pt x="1858833" y="92433"/>
                </a:cubicBezTo>
                <a:lnTo>
                  <a:pt x="1857933" y="89535"/>
                </a:lnTo>
                <a:lnTo>
                  <a:pt x="2700655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533024" y="3694594"/>
            <a:ext cx="2882336" cy="358465"/>
          </a:xfrm>
          <a:custGeom>
            <a:avLst/>
            <a:gdLst>
              <a:gd name="connsiteX0" fmla="*/ 0 w 2879725"/>
              <a:gd name="connsiteY0" fmla="*/ 89535 h 358140"/>
              <a:gd name="connsiteX1" fmla="*/ 1020324 w 2879725"/>
              <a:gd name="connsiteY1" fmla="*/ 89535 h 358140"/>
              <a:gd name="connsiteX2" fmla="*/ 1019622 w 2879725"/>
              <a:gd name="connsiteY2" fmla="*/ 91798 h 358140"/>
              <a:gd name="connsiteX3" fmla="*/ 1010920 w 2879725"/>
              <a:gd name="connsiteY3" fmla="*/ 178117 h 358140"/>
              <a:gd name="connsiteX4" fmla="*/ 1019622 w 2879725"/>
              <a:gd name="connsiteY4" fmla="*/ 264436 h 358140"/>
              <a:gd name="connsiteX5" fmla="*/ 1020916 w 2879725"/>
              <a:gd name="connsiteY5" fmla="*/ 268605 h 358140"/>
              <a:gd name="connsiteX6" fmla="*/ 0 w 2879725"/>
              <a:gd name="connsiteY6" fmla="*/ 268605 h 358140"/>
              <a:gd name="connsiteX7" fmla="*/ 89535 w 2879725"/>
              <a:gd name="connsiteY7" fmla="*/ 179070 h 358140"/>
              <a:gd name="connsiteX8" fmla="*/ 2700655 w 2879725"/>
              <a:gd name="connsiteY8" fmla="*/ 0 h 358140"/>
              <a:gd name="connsiteX9" fmla="*/ 2879725 w 2879725"/>
              <a:gd name="connsiteY9" fmla="*/ 179070 h 358140"/>
              <a:gd name="connsiteX10" fmla="*/ 2700655 w 2879725"/>
              <a:gd name="connsiteY10" fmla="*/ 358140 h 358140"/>
              <a:gd name="connsiteX11" fmla="*/ 2700655 w 2879725"/>
              <a:gd name="connsiteY11" fmla="*/ 268605 h 358140"/>
              <a:gd name="connsiteX12" fmla="*/ 1857538 w 2879725"/>
              <a:gd name="connsiteY12" fmla="*/ 268605 h 358140"/>
              <a:gd name="connsiteX13" fmla="*/ 1858832 w 2879725"/>
              <a:gd name="connsiteY13" fmla="*/ 264436 h 358140"/>
              <a:gd name="connsiteX14" fmla="*/ 1867534 w 2879725"/>
              <a:gd name="connsiteY14" fmla="*/ 178117 h 358140"/>
              <a:gd name="connsiteX15" fmla="*/ 1858832 w 2879725"/>
              <a:gd name="connsiteY15" fmla="*/ 91798 h 358140"/>
              <a:gd name="connsiteX16" fmla="*/ 1858130 w 2879725"/>
              <a:gd name="connsiteY16" fmla="*/ 89535 h 358140"/>
              <a:gd name="connsiteX17" fmla="*/ 2700655 w 287972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79725" h="358140">
                <a:moveTo>
                  <a:pt x="0" y="89535"/>
                </a:moveTo>
                <a:lnTo>
                  <a:pt x="1020324" y="89535"/>
                </a:lnTo>
                <a:lnTo>
                  <a:pt x="1019622" y="91798"/>
                </a:lnTo>
                <a:cubicBezTo>
                  <a:pt x="1013916" y="119680"/>
                  <a:pt x="1010920" y="148549"/>
                  <a:pt x="1010920" y="178117"/>
                </a:cubicBezTo>
                <a:cubicBezTo>
                  <a:pt x="1010920" y="207685"/>
                  <a:pt x="1013916" y="236554"/>
                  <a:pt x="1019622" y="264436"/>
                </a:cubicBezTo>
                <a:lnTo>
                  <a:pt x="1020916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700655" y="0"/>
                </a:moveTo>
                <a:lnTo>
                  <a:pt x="2879725" y="179070"/>
                </a:lnTo>
                <a:lnTo>
                  <a:pt x="2700655" y="358140"/>
                </a:lnTo>
                <a:lnTo>
                  <a:pt x="2700655" y="268605"/>
                </a:lnTo>
                <a:lnTo>
                  <a:pt x="1857538" y="268605"/>
                </a:lnTo>
                <a:lnTo>
                  <a:pt x="1858832" y="264436"/>
                </a:lnTo>
                <a:cubicBezTo>
                  <a:pt x="1864538" y="236554"/>
                  <a:pt x="1867534" y="207685"/>
                  <a:pt x="1867534" y="178117"/>
                </a:cubicBezTo>
                <a:cubicBezTo>
                  <a:pt x="1867534" y="148549"/>
                  <a:pt x="1864538" y="119680"/>
                  <a:pt x="1858832" y="91798"/>
                </a:cubicBezTo>
                <a:lnTo>
                  <a:pt x="1858130" y="89535"/>
                </a:lnTo>
                <a:lnTo>
                  <a:pt x="2700655" y="895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2811332" y="3475321"/>
            <a:ext cx="795105" cy="79510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5694304" y="3475321"/>
            <a:ext cx="795105" cy="79510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4" name="椭圆 23"/>
          <p:cNvSpPr/>
          <p:nvPr>
            <p:custDataLst>
              <p:tags r:id="rId7"/>
            </p:custDataLst>
          </p:nvPr>
        </p:nvSpPr>
        <p:spPr>
          <a:xfrm>
            <a:off x="8576640" y="3475321"/>
            <a:ext cx="795105" cy="795105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1654584" y="1411606"/>
            <a:ext cx="3109872" cy="11681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许多用户反馈，P1S和X1E打印出的模型细节丰富、表面光滑。一位工业设计师表示，使用这两款设备打印的产品模型，精度完全能满足设计验证需求，极大提升了工作效率。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1654584" y="2758391"/>
            <a:ext cx="3109872" cy="31651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打印质量好评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7419256" y="1410335"/>
            <a:ext cx="3109872" cy="11681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用户对P1S和X1E的智能控制系统十分认可。一位科技爱好者称，智能调平、远程监控等功能让3D打印变得更加便捷，即使不在家也能随时掌握打印进度。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1"/>
            </p:custDataLst>
          </p:nvPr>
        </p:nvSpPr>
        <p:spPr>
          <a:xfrm>
            <a:off x="7419256" y="2758391"/>
            <a:ext cx="3109872" cy="31651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智能体验认可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2"/>
            </p:custDataLst>
          </p:nvPr>
        </p:nvSpPr>
        <p:spPr>
          <a:xfrm>
            <a:off x="4536920" y="5169766"/>
            <a:ext cx="3109238" cy="11688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不少用户提到设备在长时间打印过程中表现出了出色的稳定性。一位教育工作者分享，在学校的教学实践中，P1S和X1E连续打印数小时都没有出现故障，保障了教学活动的顺利进行。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9" name="矩形 38"/>
          <p:cNvSpPr/>
          <p:nvPr>
            <p:custDataLst>
              <p:tags r:id="rId13"/>
            </p:custDataLst>
          </p:nvPr>
        </p:nvSpPr>
        <p:spPr>
          <a:xfrm>
            <a:off x="4536920" y="4672745"/>
            <a:ext cx="3109238" cy="31651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稳定性称赞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40" name="图片 3" descr="32313538333935363b32313538333934333bb6d4bbb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11803" y="3721924"/>
            <a:ext cx="324294" cy="324294"/>
          </a:xfrm>
          <a:prstGeom prst="rect">
            <a:avLst/>
          </a:prstGeom>
        </p:spPr>
      </p:pic>
      <p:pic>
        <p:nvPicPr>
          <p:cNvPr id="41" name="图片 13" descr="32313538333935363b32313538333934373bcec4bcfebcd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29467" y="3723195"/>
            <a:ext cx="324294" cy="324294"/>
          </a:xfrm>
          <a:prstGeom prst="rect">
            <a:avLst/>
          </a:prstGeom>
        </p:spPr>
      </p:pic>
      <p:pic>
        <p:nvPicPr>
          <p:cNvPr id="42" name="图片 21" descr="32313538333935363b32313538333935353bb3a4c6aab6c1ceef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046495" y="3710484"/>
            <a:ext cx="324304" cy="324304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WPS</a:t>
            </a:r>
            <a:endParaRPr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4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9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0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1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1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121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1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3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139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1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5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1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1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8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1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21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21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22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2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232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24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26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26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27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27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29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29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29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30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30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32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3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328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34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34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3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60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361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37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37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38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38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40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40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4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41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41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4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43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43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35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2_1*f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4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92_1*b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添加副标题"/>
  <p:tag name="KSO_WM_UNIT_TEXT_TYPE" val="1"/>
</p:tagLst>
</file>

<file path=ppt/tags/tag4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1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</p:tagLst>
</file>

<file path=ppt/tags/tag43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SLIDE_LAYOUT" val="a_b_f"/>
  <p:tag name="KSO_WM_SLIDE_LAYOUT_CNT" val="1_1_1"/>
  <p:tag name="KSO_WM_TEMPLATE_THUMBS_INDEX" val="1、9"/>
  <p:tag name="KSO_WM_SLIDE_CONTENT_AREA" val="{&quot;left&quot;:&quot;54.6&quot;,&quot;top&quot;:&quot;123.65&quot;,&quot;width&quot;:&quot;574.1&quot;,&quot;height&quot;:&quot;305.6&quot;}"/>
  <p:tag name="CP_OUTLINE_TITLE" val="P1S X1E 全方位解析"/>
  <p:tag name="CP_OUTLINE_TYPE" val="pt_title"/>
</p:tagLst>
</file>

<file path=ppt/tags/tag43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6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DIAGRAM_GROUP_CODE" val="l1-1"/>
</p:tagLst>
</file>

<file path=ppt/tags/tag4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6*l_h_i*1_1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292_6*l_h_i*1_1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4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6*l_h_f*1_1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4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6*l_h_i*1_2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292_6*l_h_i*1_2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4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6*l_h_f*1_2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4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6*l_h_i*1_3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292_6*l_h_i*1_3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4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6*l_h_f*1_3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4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6*l_h_i*1_4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92_6*l_h_i*1_4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4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6*l_h_f*1_4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4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6*l_h_i*1_5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5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custom20230292_6*l_h_i*1_5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4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6*l_h_f*1_5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4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6*l_h_i*1_6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6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2"/>
  <p:tag name="KSO_WM_UNIT_ID" val="custom20230292_6*l_h_i*1_6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4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6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6*l_h_f*1_6_1"/>
  <p:tag name="KSO_WM_DIAGRAM_VERSION" val="3"/>
  <p:tag name="KSO_WM_DIAGRAM_MAX_ITEMCNT" val="6"/>
  <p:tag name="KSO_WM_DIAGRAM_MIN_ITEMCNT" val="2"/>
  <p:tag name="KSO_WM_DIAGRAM_VIRTUALLY_FRAME" val="{&quot;height&quot;:423.926757812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0292_6*i*1"/>
  <p:tag name="KSO_WM_TEMPLATE_CATEGORY" val="custom"/>
  <p:tag name="KSO_WM_TEMPLATE_INDEX" val="20230292"/>
  <p:tag name="KSO_WM_UNIT_LAYERLEVEL" val="1"/>
  <p:tag name="KSO_WM_TAG_VERSION" val="3.0"/>
  <p:tag name="KSO_WM_BEAUTIFY_FLAG" val="#wm#"/>
</p:tagLst>
</file>

<file path=ppt/tags/tag45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6"/>
  <p:tag name="KSO_WM_TEMPLATE_SUBCATEGORY" val="29"/>
  <p:tag name="KSO_WM_TEMPLATE_MASTER_TYPE" val="0"/>
  <p:tag name="KSO_WM_TEMPLATE_COLOR_TYPE" val="0"/>
  <p:tag name="KSO_WM_SLIDE_ITEM_CNT" val="6"/>
  <p:tag name="KSO_WM_SLIDE_INDEX" val="6"/>
  <p:tag name="KSO_WM_TAG_VERSION" val="3.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  <p:tag name="CP_OUTLINE_TITLE" val="目录"/>
  <p:tag name="CP_OUTLINE_TYPE" val="pt_contents"/>
</p:tagLst>
</file>

<file path=ppt/tags/tag46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4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46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  <p:tag name="CP_OUTLINE_TITLE" val="P1S X1E 概述"/>
  <p:tag name="CP_OUTLINE_TYPE" val="pt_section_title"/>
</p:tagLst>
</file>

<file path=ppt/tags/tag4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04_1*i*1"/>
  <p:tag name="KSO_WM_TEMPLATE_CATEGORY" val="custom"/>
  <p:tag name="KSO_WM_TEMPLATE_INDEX" val="20232404"/>
  <p:tag name="KSO_WM_UNIT_LAYERLEVEL" val="1"/>
  <p:tag name="KSO_WM_TAG_VERSION" val="3.0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2404_1*i*2"/>
  <p:tag name="KSO_WM_TEMPLATE_CATEGORY" val="custom"/>
  <p:tag name="KSO_WM_TEMPLATE_INDEX" val="20232404"/>
  <p:tag name="KSO_WM_UNIT_LAYERLEVEL" val="1"/>
  <p:tag name="KSO_WM_TAG_VERSION" val="3.0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65.xml><?xml version="1.0" encoding="utf-8"?>
<p:tagLst xmlns:p="http://schemas.openxmlformats.org/presentationml/2006/main">
  <p:tag name="KSO_WM_UNIT_VALUE" val="909*1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2404_1*d*1"/>
  <p:tag name="KSO_WM_TEMPLATE_CATEGORY" val="custom"/>
  <p:tag name="KSO_WM_TEMPLATE_INDEX" val="20232404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  <p:tag name="KSO_WM_UNIT_PICTURE_SUBTYPE" val="b"/>
  <p:tag name="MH_PIC_SOURCE_TYPE" val="generate_slide_ai*VCG41N1440086772*gallery_gallery_ai_v2.0.6_ONLINE*7a0464db8b538cf26bb78419286ab096-slide-3"/>
</p:tagLst>
</file>

<file path=ppt/tags/tag4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2404"/>
  <p:tag name="KSO_WM_UNIT_ID" val="custom20232404_1*a*1"/>
  <p:tag name="KSO_WM_UNIT_TEXT_TYPE" val="1"/>
  <p:tag name="KSO_WM_UNIT_PRESET_TEXT" val="单击此处添加标题"/>
</p:tagLst>
</file>

<file path=ppt/tags/tag4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21_2*l_h_a*1_1_1"/>
  <p:tag name="KSO_WM_TEMPLATE_CATEGORY" val="diagram"/>
  <p:tag name="KSO_WM_TEMPLATE_INDEX" val="2023332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PRESET_TEXT" val="添加标题"/>
</p:tagLst>
</file>

<file path=ppt/tags/tag4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321_2*l_h_f*1_1_1"/>
  <p:tag name="KSO_WM_TEMPLATE_CATEGORY" val="diagram"/>
  <p:tag name="KSO_WM_TEMPLATE_INDEX" val="2023332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添加文本具体内容，简明扼要地阐述您的观点根据需要可酌情增减文字，单击此处添加内容。单击此处添加文本具体内容，简明扼要地阐述您的观点根据需要可酌情增减文字，单击此处添加内容。"/>
</p:tagLst>
</file>

<file path=ppt/tags/tag4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21_2*l_h_a*1_2_1"/>
  <p:tag name="KSO_WM_TEMPLATE_CATEGORY" val="diagram"/>
  <p:tag name="KSO_WM_TEMPLATE_INDEX" val="2023332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PRESET_TEXT" val="添加标题"/>
</p:tagLst>
</file>

<file path=ppt/tags/tag4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321_2*l_h_f*1_2_1"/>
  <p:tag name="KSO_WM_TEMPLATE_CATEGORY" val="diagram"/>
  <p:tag name="KSO_WM_TEMPLATE_INDEX" val="2023332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添加文本具体内容，简明扼要地阐述您的观点根据需要可酌情增减文字，单击此处添加内容。单击此处添加文本具体内容，简明扼要地阐述您的观点根据需要可酌情增减文字，单击此处添加内容。"/>
</p:tagLst>
</file>

<file path=ppt/tags/tag4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321_2*l_h_a*1_3_1"/>
  <p:tag name="KSO_WM_TEMPLATE_CATEGORY" val="diagram"/>
  <p:tag name="KSO_WM_TEMPLATE_INDEX" val="2023332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PRESET_TEXT" val="添加标题"/>
</p:tagLst>
</file>

<file path=ppt/tags/tag4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321_2*l_h_f*1_3_1"/>
  <p:tag name="KSO_WM_TEMPLATE_CATEGORY" val="diagram"/>
  <p:tag name="KSO_WM_TEMPLATE_INDEX" val="2023332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添加文本具体内容，简明扼要地阐述您的观点根据需要可酌情增减文字，单击此处添加内容。单击此处添加文本具体内容，简明扼要地阐述您的观点根据需要可酌情增减文字，单击此处添加内容。"/>
</p:tagLst>
</file>

<file path=ppt/tags/tag47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LAYOUT" val="a_d_l"/>
  <p:tag name="KSO_WM_SLIDE_LAYOUT_CNT" val="1_1_1"/>
  <p:tag name="KSO_WM_SPECIAL_SOURCE" val="bdnull"/>
  <p:tag name="KSO_WM_SLIDE_TYPE" val="text"/>
  <p:tag name="KSO_WM_SLIDE_SIZE" val="411.56*333.516"/>
  <p:tag name="KSO_WM_SLIDE_POSITION" val="489.895*159.674"/>
  <p:tag name="KSO_WM_SLIDE_SUBTYPE" val="picTxt"/>
  <p:tag name="KSO_WM_DIAGRAM_GROUP_CODE" val="l1-1"/>
  <p:tag name="KSO_WM_SLIDE_DIAGTYPE" val="l"/>
  <p:tag name="KSO_WM_SLIDE_LAYOUT_NAME" val="仅标题"/>
  <p:tag name="KSO_WM_TEMPLATE_INDEX" val="20232404"/>
  <p:tag name="KSO_WM_TEMPLATE_SUBCATEGORY" val="0"/>
  <p:tag name="KSO_WM_SLIDE_INDEX" val="1"/>
  <p:tag name="KSO_WM_TAG_VERSION" val="3.0"/>
  <p:tag name="KSO_WM_SLIDE_ID" val="custom20232404_1"/>
  <p:tag name="KSO_WM_SLIDE_ITEM_CNT" val="3"/>
  <p:tag name="CP_OUTLINE_TITLE" val="产品定位"/>
  <p:tag name="CP_OUTLINE_TYPE" val="pt_text"/>
</p:tagLst>
</file>

<file path=ppt/tags/tag4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939"/>
  <p:tag name="KSO_WM_UNIT_ID" val="custom20231939_1*a*1"/>
  <p:tag name="KSO_WM_UNIT_TEXT_FILL_FORE_SCHEMECOLOR_INDEX" val="5"/>
  <p:tag name="KSO_WM_UNIT_TEXT_FILL_TYPE" val="1"/>
  <p:tag name="KSO_WM_UNIT_USESOURCEFORMAT_APPLY" val="1"/>
  <p:tag name="KSO_WM_UNIT_PRESET_TEXT" val="单击此处添加标题"/>
  <p:tag name="KSO_WM_UNIT_TEXT_TYPE" val="1"/>
</p:tagLst>
</file>

<file path=ppt/tags/tag475.xml><?xml version="1.0" encoding="utf-8"?>
<p:tagLst xmlns:p="http://schemas.openxmlformats.org/presentationml/2006/main">
  <p:tag name="KSO_WM_UNIT_VALUE" val="1436*146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939_1*d*1"/>
  <p:tag name="KSO_WM_TEMPLATE_CATEGORY" val="custom"/>
  <p:tag name="KSO_WM_TEMPLATE_INDEX" val="20231939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1"/>
  <p:tag name="KSO_WM_UNIT_PICTURE_SUBTYPE" val="a"/>
  <p:tag name="MH_PIC_SOURCE_TYPE" val="generate_slide_ai*VCG41N1388259630*gallery_gallery_ai_v2.0.6_ONLINE*7a0464db8b538cf26bb78419286ab096-slide-4"/>
</p:tagLst>
</file>

<file path=ppt/tags/tag47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0_3*l_h_f*1_1_1"/>
  <p:tag name="KSO_WM_TEMPLATE_CATEGORY" val="diagram"/>
  <p:tag name="KSO_WM_TEMPLATE_INDEX" val="20231970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28.93646240234375,&quot;width&quot;:267.17495727539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输入你的项正文，文字是您思想的提炼，请尽量言简意赅的阐述。单击此处输入你的项正，文字是您思想的提炼，请尽量言简意赅的阐述。"/>
</p:tagLst>
</file>

<file path=ppt/tags/tag4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0_3*l_h_a*1_1_1"/>
  <p:tag name="KSO_WM_TEMPLATE_CATEGORY" val="diagram"/>
  <p:tag name="KSO_WM_TEMPLATE_INDEX" val="20231970"/>
  <p:tag name="KSO_WM_UNIT_LAYERLEVEL" val="1_1_1"/>
  <p:tag name="KSO_WM_TAG_VERSION" val="3.0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28.93646240234375,&quot;width&quot;:267.17495727539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DIAGRAM_COLOR_TEXT_CAN_REMOVE" val="n"/>
  <p:tag name="KSO_WM_UNIT_TEXT_TYPE" val="1"/>
  <p:tag name="KSO_WM_BEAUTIFY_FLAG" val="#wm#"/>
  <p:tag name="KSO_WM_UNIT_TEXT_FILL_FORE_SCHEMECOLOR_INDEX" val="1"/>
  <p:tag name="KSO_WM_UNIT_TEXT_FILL_TYPE" val="1"/>
  <p:tag name="KSO_WM_UNIT_PRESET_TEXT" val="此处添加标题"/>
</p:tagLst>
</file>

<file path=ppt/tags/tag4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0_3*l_h_f*1_2_1"/>
  <p:tag name="KSO_WM_TEMPLATE_CATEGORY" val="diagram"/>
  <p:tag name="KSO_WM_TEMPLATE_INDEX" val="20231970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28.93646240234375,&quot;width&quot;:267.17495727539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输入你的项正文，文字是您思想的提炼，请尽量言简意赅的阐述。单击此处输入你的项正，文字是您思想的提炼，请尽量言简意赅的阐述。"/>
</p:tagLst>
</file>

<file path=ppt/tags/tag4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0_3*l_h_a*1_2_1"/>
  <p:tag name="KSO_WM_TEMPLATE_CATEGORY" val="diagram"/>
  <p:tag name="KSO_WM_TEMPLATE_INDEX" val="20231970"/>
  <p:tag name="KSO_WM_UNIT_LAYERLEVEL" val="1_1_1"/>
  <p:tag name="KSO_WM_TAG_VERSION" val="3.0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28.93646240234375,&quot;width&quot;:267.17495727539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DIAGRAM_COLOR_TEXT_CAN_REMOVE" val="n"/>
  <p:tag name="KSO_WM_UNIT_TEXT_TYPE" val="1"/>
  <p:tag name="KSO_WM_BEAUTIFY_FLAG" val="#wm#"/>
  <p:tag name="KSO_WM_UNIT_TEXT_FILL_FORE_SCHEMECOLOR_INDEX" val="1"/>
  <p:tag name="KSO_WM_UNIT_TEXT_FILL_TYPE" val="1"/>
  <p:tag name="KSO_WM_UNIT_PRESET_TEXT" val="此处添加标题"/>
</p:tagLst>
</file>

<file path=ppt/tags/tag4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0_3*l_h_f*1_3_1"/>
  <p:tag name="KSO_WM_TEMPLATE_CATEGORY" val="diagram"/>
  <p:tag name="KSO_WM_TEMPLATE_INDEX" val="20231970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28.93646240234375,&quot;width&quot;:267.17495727539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输入你的项正文，文字是您思想的提炼，请尽量言简意赅的阐述。单击此处输入你的项正，文字是您思想的提炼，请尽量言简意赅的阐述。"/>
</p:tagLst>
</file>

<file path=ppt/tags/tag4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0_3*l_h_a*1_3_1"/>
  <p:tag name="KSO_WM_TEMPLATE_CATEGORY" val="diagram"/>
  <p:tag name="KSO_WM_TEMPLATE_INDEX" val="20231970"/>
  <p:tag name="KSO_WM_UNIT_LAYERLEVEL" val="1_1_1"/>
  <p:tag name="KSO_WM_TAG_VERSION" val="3.0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28.93646240234375,&quot;width&quot;:267.17495727539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DIAGRAM_COLOR_TEXT_CAN_REMOVE" val="n"/>
  <p:tag name="KSO_WM_UNIT_TEXT_TYPE" val="1"/>
  <p:tag name="KSO_WM_BEAUTIFY_FLAG" val="#wm#"/>
  <p:tag name="KSO_WM_UNIT_TEXT_FILL_FORE_SCHEMECOLOR_INDEX" val="1"/>
  <p:tag name="KSO_WM_UNIT_TEXT_FILL_TYPE" val="1"/>
  <p:tag name="KSO_WM_UNIT_PRESET_TEXT" val="此处添加标题"/>
</p:tagLst>
</file>

<file path=ppt/tags/tag48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266.85*289.778"/>
  <p:tag name="KSO_WM_SLIDE_POSITION" val="54.55*162.922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939"/>
  <p:tag name="KSO_WM_TEMPLATE_SUBCATEGORY" val="0"/>
  <p:tag name="KSO_WM_SLIDE_INDEX" val="1"/>
  <p:tag name="KSO_WM_TAG_VERSION" val="3.0"/>
  <p:tag name="KSO_WM_SLIDE_ID" val="custom20231939_1"/>
  <p:tag name="KSO_WM_SLIDE_ITEM_CNT" val="2"/>
  <p:tag name="CP_OUTLINE_TITLE" val="设计理念"/>
  <p:tag name="CP_OUTLINE_TYPE" val="pt_text"/>
</p:tagLst>
</file>

<file path=ppt/tags/tag48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4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48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  <p:tag name="CP_OUTLINE_TITLE" val="外观设计"/>
  <p:tag name="CP_OUTLINE_TYPE" val="pt_section_title"/>
</p:tagLst>
</file>

<file path=ppt/tags/tag486.xml><?xml version="1.0" encoding="utf-8"?>
<p:tagLst xmlns:p="http://schemas.openxmlformats.org/presentationml/2006/main">
  <p:tag name="KSO_WM_UNIT_VALUE" val="759*12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182_1*d*1"/>
  <p:tag name="KSO_WM_TEMPLATE_CATEGORY" val="custom"/>
  <p:tag name="KSO_WM_TEMPLATE_INDEX" val="20233182"/>
  <p:tag name="KSO_WM_UNIT_LAYERLEVEL" val="1"/>
  <p:tag name="KSO_WM_TAG_VERSION" val="3.0"/>
  <p:tag name="KSO_WM_BEAUTIFY_FLAG" val="#wm#"/>
  <p:tag name="KSO_WM_UNIT_PICTURE_SUBTYPE" val="b"/>
  <p:tag name="MH_PIC_SOURCE_TYPE" val="generate_slide_ai*VCG41N140399762*gallery_gallery_ai_v2.0.6_ONLINE*7a0464db8b538cf26bb78419286ab096-slide-6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182_1*i*1"/>
  <p:tag name="KSO_WM_TEMPLATE_CATEGORY" val="custom"/>
  <p:tag name="KSO_WM_TEMPLATE_INDEX" val="20233182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182"/>
  <p:tag name="KSO_WM_UNIT_ID" val="custom20233182_1*a*1"/>
  <p:tag name="KSO_WM_UNIT_USESOURCEFORMAT_APPLY" val="1"/>
  <p:tag name="KSO_WM_UNIT_TEXT_TYPE" val="1"/>
  <p:tag name="KSO_WM_UNIT_PRESET_TEXT" val="单击此处&#10;添加标题内容"/>
</p:tagLst>
</file>

<file path=ppt/tags/tag4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81_3*l_h_i*1_1_1"/>
  <p:tag name="KSO_WM_UNIT_INDEX" val="1_1_1"/>
  <p:tag name="KSO_WM_DIAGRAM_GROUP_CODE" val="l1-1"/>
  <p:tag name="KSO_WM_UNIT_FILL_TYPE" val="1"/>
  <p:tag name="KSO_WM_UNIT_FILL_FORE_SCHEMECOLOR_INDEX" val="5"/>
  <p:tag name="KSO_WM_UNIT_FILL_FORE_SCHEMECOLOR_INDEX_BRIGHTNESS" val="0"/>
</p:tagLst>
</file>

<file path=ppt/tags/tag49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81_3*l_h_a*1_1_1"/>
  <p:tag name="KSO_WM_UNIT_INDEX" val="1_1_1"/>
  <p:tag name="KSO_WM_DIAGRAM_GROUP_CODE" val="l1-1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49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81_3*l_h_f*1_1_1"/>
  <p:tag name="KSO_WM_UNIT_INDEX" val="1_1_1"/>
  <p:tag name="KSO_WM_DIAGRAM_GROUP_CODE" val="l1-1"/>
  <p:tag name="KSO_WM_UNIT_PRESET_TEXT" val="单击添加文本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TEXT_TYPE" val="1"/>
</p:tagLst>
</file>

<file path=ppt/tags/tag4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81_3*l_h_i*1_2_1"/>
  <p:tag name="KSO_WM_UNIT_INDEX" val="1_2_1"/>
  <p:tag name="KSO_WM_DIAGRAM_GROUP_CODE" val="l1-1"/>
  <p:tag name="KSO_WM_UNIT_FILL_TYPE" val="1"/>
  <p:tag name="KSO_WM_UNIT_FILL_FORE_SCHEMECOLOR_INDEX" val="5"/>
  <p:tag name="KSO_WM_UNIT_FILL_FORE_SCHEMECOLOR_INDEX_BRIGHTNESS" val="0"/>
</p:tagLst>
</file>

<file path=ppt/tags/tag4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ID" val="diagram20233181_3*l_h_a*1_2_1"/>
  <p:tag name="KSO_WM_UNIT_INDEX" val="1_2_1"/>
  <p:tag name="KSO_WM_DIAGRAM_GROUP_CODE" val="l1-1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4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5"/>
  <p:tag name="KSO_WM_UNIT_ID" val="diagram20233181_3*l_h_f*1_2_1"/>
  <p:tag name="KSO_WM_UNIT_INDEX" val="1_2_1"/>
  <p:tag name="KSO_WM_DIAGRAM_GROUP_CODE" val="l1-1"/>
  <p:tag name="KSO_WM_UNIT_PRESET_TEXT" val="单击添加文本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TEXT_TYPE" val="1"/>
</p:tagLst>
</file>

<file path=ppt/tags/tag4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81_3*l_h_i*1_3_1"/>
  <p:tag name="KSO_WM_UNIT_INDEX" val="1_3_1"/>
  <p:tag name="KSO_WM_DIAGRAM_GROUP_CODE" val="l1-1"/>
  <p:tag name="KSO_WM_UNIT_FILL_TYPE" val="1"/>
  <p:tag name="KSO_WM_UNIT_FILL_FORE_SCHEMECOLOR_INDEX" val="5"/>
  <p:tag name="KSO_WM_UNIT_FILL_FORE_SCHEMECOLOR_INDEX_BRIGHTNESS" val="0"/>
</p:tagLst>
</file>

<file path=ppt/tags/tag49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ID" val="diagram20233181_3*l_h_a*1_3_1"/>
  <p:tag name="KSO_WM_UNIT_INDEX" val="1_3_1"/>
  <p:tag name="KSO_WM_DIAGRAM_GROUP_CODE" val="l1-1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49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8*8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3181_3*l_h_x*1_1_1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49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5"/>
  <p:tag name="KSO_WM_UNIT_ID" val="diagram20233181_3*l_h_f*1_3_1"/>
  <p:tag name="KSO_WM_UNIT_INDEX" val="1_3_1"/>
  <p:tag name="KSO_WM_DIAGRAM_GROUP_CODE" val="l1-1"/>
  <p:tag name="KSO_WM_UNIT_PRESET_TEXT" val="单击添加文本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TEXT_TYPE" val="1"/>
</p:tagLst>
</file>

<file path=ppt/tags/tag4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8*8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181_3*l_h_x*1_2_1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0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8*7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3181_3*l_h_x*1_3_1"/>
  <p:tag name="KSO_WM_TEMPLATE_CATEGORY" val="diagram"/>
  <p:tag name="KSO_WM_TEMPLATE_INDEX" val="20233181"/>
  <p:tag name="KSO_WM_UNIT_LAYERLEVEL" val="1_1_1"/>
  <p:tag name="KSO_WM_TAG_VERSION" val="3.0"/>
  <p:tag name="KSO_WM_BEAUTIFY_FLAG" val="#wm#"/>
  <p:tag name="KSO_WM_DIAGRAM_MAX_ITEMCNT" val="5"/>
  <p:tag name="KSO_WM_DIAGRAM_MIN_ITEMCNT" val="1"/>
  <p:tag name="KSO_WM_DIAGRAM_VIRTUALLY_FRAME" val="{&quot;height&quot;:184.14999389648438,&quot;width&quot;:850.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01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50.25*180.95"/>
  <p:tag name="KSO_WM_SLIDE_POSITION" val="54.9*301.8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182"/>
  <p:tag name="KSO_WM_TEMPLATE_SUBCATEGORY" val="0"/>
  <p:tag name="KSO_WM_SLIDE_INDEX" val="1"/>
  <p:tag name="KSO_WM_TAG_VERSION" val="3.0"/>
  <p:tag name="KSO_WM_SLIDE_ID" val="custom20233182_1"/>
  <p:tag name="KSO_WM_SLIDE_ITEM_CNT" val="3"/>
  <p:tag name="CP_OUTLINE_TITLE" val="整体造型"/>
  <p:tag name="CP_OUTLINE_TYPE" val="pt_text"/>
</p:tagLst>
</file>

<file path=ppt/tags/tag5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TEMPLATE_INDEX" val="20231775"/>
  <p:tag name="KSO_WM_UNIT_ID" val="custom20231775_1*a*1"/>
  <p:tag name="KSO_WM_UNIT_PRESET_TEXT" val="单击此处添加标题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1775_1*i*1"/>
  <p:tag name="KSO_WM_TEMPLATE_CATEGORY" val="custom"/>
  <p:tag name="KSO_WM_TEMPLATE_INDEX" val="20231775"/>
  <p:tag name="KSO_WM_UNIT_LAYERLEVEL" val="1"/>
  <p:tag name="KSO_WM_TAG_VERSION" val="3.0"/>
  <p:tag name="KSO_WM_BEAUTIFY_FLAG" val="#wm#"/>
  <p:tag name="KSO_WM_UNIT_USESOURCEFORMAT_APPLY" val="1"/>
</p:tagLst>
</file>

<file path=ppt/tags/tag504.xml><?xml version="1.0" encoding="utf-8"?>
<p:tagLst xmlns:p="http://schemas.openxmlformats.org/presentationml/2006/main">
  <p:tag name="KSO_WM_UNIT_VALUE" val="855*95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75_1*d*1"/>
  <p:tag name="KSO_WM_TEMPLATE_CATEGORY" val="custom"/>
  <p:tag name="KSO_WM_TEMPLATE_INDEX" val="20231775"/>
  <p:tag name="KSO_WM_UNIT_LAYERLEVEL" val="1"/>
  <p:tag name="KSO_WM_TAG_VERSION" val="3.0"/>
  <p:tag name="KSO_WM_BEAUTIFY_FLAG" val="#wm#"/>
  <p:tag name="KSO_WM_UNIT_USESOURCEFORMAT_APPLY" val="1"/>
  <p:tag name="KSO_WM_UNIT_PICTURE_SUBTYPE" val="b"/>
  <p:tag name="MH_PIC_SOURCE_TYPE" val="generate_slide_ai*VCG41N174919566*gallery_gallery_ai_v2.0.6_ONLINE*7a0464db8b538cf26bb78419286ab096-slide-7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1766_2*l_h_i*1_1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79999983310699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FILL_FORE_SCHEMECOLOR_INDEX" val="1"/>
  <p:tag name="KSO_WM_UNIT_TEXT_FILL_TYPE" val="1"/>
</p:tagLst>
</file>

<file path=ppt/tags/tag506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766_2*l_h_i*1_1_2"/>
  <p:tag name="KSO_WM_TEMPLATE_CATEGORY" val="diagram"/>
  <p:tag name="KSO_WM_TEMPLATE_INDEX" val="202317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UNIT_LINE_FORE_SCHEMECOLOR_INDEX" val="5"/>
</p:tagLst>
</file>

<file path=ppt/tags/tag5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66_2*l_h_a*1_1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PRESET_TEXT" val="添加项标题"/>
  <p:tag name="KSO_WM_UNIT_TEXT_FILL_FORE_SCHEMECOLOR_INDEX" val="1"/>
  <p:tag name="KSO_WM_UNIT_TEXT_FILL_TYPE" val="1"/>
</p:tagLst>
</file>

<file path=ppt/tags/tag5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66_2*l_h_f*1_1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PRESET_TEXT" val="单击此处添加文本具体内容，简明扼要地阐述您的观点，单击此处添加文本具体内容。"/>
  <p:tag name="KSO_WM_UNIT_TEXT_FILL_FORE_SCHEMECOLOR_INDEX" val="1"/>
  <p:tag name="KSO_WM_UNIT_TEXT_FILL_TYPE" val="1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1766_2*l_h_i*1_2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79999983310699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FILL_FORE_SCHEMECOLOR_INDEX" val="1"/>
  <p:tag name="KSO_WM_UNIT_TEXT_FILL_TYPE" val="1"/>
</p:tagLst>
</file>

<file path=ppt/tags/tag510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766_2*l_h_i*1_2_2"/>
  <p:tag name="KSO_WM_TEMPLATE_CATEGORY" val="diagram"/>
  <p:tag name="KSO_WM_TEMPLATE_INDEX" val="202317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UNIT_LINE_FORE_SCHEMECOLOR_INDEX" val="5"/>
</p:tagLst>
</file>

<file path=ppt/tags/tag5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66_2*l_h_a*1_2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PRESET_TEXT" val="添加项标题"/>
  <p:tag name="KSO_WM_UNIT_TEXT_FILL_FORE_SCHEMECOLOR_INDEX" val="1"/>
  <p:tag name="KSO_WM_UNIT_TEXT_FILL_TYPE" val="1"/>
</p:tagLst>
</file>

<file path=ppt/tags/tag51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66_2*l_h_f*1_2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PRESET_TEXT" val="单击此处添加文本具体内容，简明扼要地阐述您的观点，单击此处添加文本具体内容。"/>
  <p:tag name="KSO_WM_UNIT_TEXT_FILL_FORE_SCHEMECOLOR_INDEX" val="1"/>
  <p:tag name="KSO_WM_UNIT_TEXT_FILL_TYPE" val="1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1766_2*l_h_i*1_3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579999983310699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FILL_FORE_SCHEMECOLOR_INDEX" val="1"/>
  <p:tag name="KSO_WM_UNIT_TEXT_FILL_TYPE" val="1"/>
</p:tagLst>
</file>

<file path=ppt/tags/tag514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766_2*l_h_i*1_3_2"/>
  <p:tag name="KSO_WM_TEMPLATE_CATEGORY" val="diagram"/>
  <p:tag name="KSO_WM_TEMPLATE_INDEX" val="202317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UNIT_LINE_FORE_SCHEMECOLOR_INDEX" val="5"/>
</p:tagLst>
</file>

<file path=ppt/tags/tag5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766_2*l_h_a*1_3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PRESET_TEXT" val="添加项标题"/>
  <p:tag name="KSO_WM_UNIT_TEXT_FILL_FORE_SCHEMECOLOR_INDEX" val="1"/>
  <p:tag name="KSO_WM_UNIT_TEXT_FILL_TYPE" val="1"/>
</p:tagLst>
</file>

<file path=ppt/tags/tag5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766_2*l_h_f*1_3_1"/>
  <p:tag name="KSO_WM_TEMPLATE_CATEGORY" val="diagram"/>
  <p:tag name="KSO_WM_TEMPLATE_INDEX" val="20231766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9.8877258300781,&quot;width&quot;:559.751831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PRESET_TEXT" val="单击此处添加文本具体内容，简明扼要地阐述您的观点，单击此处添加文本具体内容。"/>
  <p:tag name="KSO_WM_UNIT_TEXT_FILL_FORE_SCHEMECOLOR_INDEX" val="1"/>
  <p:tag name="KSO_WM_UNIT_TEXT_FILL_TYPE" val="1"/>
</p:tagLst>
</file>

<file path=ppt/tags/tag517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59.752*323.587"/>
  <p:tag name="KSO_WM_SLIDE_POSITION" val="366.62*137.92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775"/>
  <p:tag name="KSO_WM_TEMPLATE_SUBCATEGORY" val="0"/>
  <p:tag name="KSO_WM_SLIDE_INDEX" val="1"/>
  <p:tag name="KSO_WM_TAG_VERSION" val="3.0"/>
  <p:tag name="KSO_WM_SLIDE_ID" val="custom20231775_1"/>
  <p:tag name="KSO_WM_SLIDE_ITEM_CNT" val="3"/>
  <p:tag name="CP_OUTLINE_TITLE" val="细节设计"/>
  <p:tag name="CP_OUTLINE_TYPE" val="pt_text"/>
</p:tagLst>
</file>

<file path=ppt/tags/tag51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5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52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  <p:tag name="CP_OUTLINE_TITLE" val="核心性能"/>
  <p:tag name="CP_OUTLINE_TYPE" val="pt_section_title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600_1*d*1"/>
  <p:tag name="KSO_WM_TEMPLATE_CATEGORY" val="custom"/>
  <p:tag name="KSO_WM_TEMPLATE_INDEX" val="20233600"/>
  <p:tag name="KSO_WM_UNIT_LAYERLEVEL" val="1"/>
  <p:tag name="KSO_WM_TAG_VERSION" val="3.0"/>
  <p:tag name="KSO_WM_BEAUTIFY_FLAG" val="#wm#"/>
  <p:tag name="KSO_WM_UNIT_VALUE" val="1904*3384"/>
  <p:tag name="KSO_WM_UNIT_PICTURE_SUBTYPE" val="a"/>
  <p:tag name="MH_PIC_SOURCE_TYPE" val="generate_slide_ai*VCG41N1724259576*gallery_gallery_ai_v2.0.6_ONLINE*7a0464db8b538cf26bb78419286ab096-slide-9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600_1*i*2"/>
  <p:tag name="KSO_WM_TEMPLATE_CATEGORY" val="custom"/>
  <p:tag name="KSO_WM_TEMPLATE_INDEX" val="20233600"/>
  <p:tag name="KSO_WM_UNIT_LAYERLEVEL" val="1"/>
  <p:tag name="KSO_WM_TAG_VERSION" val="3.0"/>
  <p:tag name="KSO_WM_BEAUTIFY_FLAG" val="#wm#"/>
</p:tagLst>
</file>

<file path=ppt/tags/tag5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600_1*a*1"/>
  <p:tag name="KSO_WM_TEMPLATE_CATEGORY" val="custom"/>
  <p:tag name="KSO_WM_TEMPLATE_INDEX" val="2023360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</p:tagLst>
</file>

<file path=ppt/tags/tag5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660_2*l_h_f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BEAUTIFY_FLAG" val="#wm#"/>
  <p:tag name="KSO_WM_DIAGRAM_VERSION" val="3"/>
  <p:tag name="KSO_WM_DIAGRAM_COLOR_TRICK" val="2"/>
  <p:tag name="KSO_WM_DIAGRAM_COLOR_TEXT_CAN_REMOVE" val="n"/>
  <p:tag name="KSO_WM_UNIT_PRESET_TEXT" val="单击此处添加文本具体内容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</p:tagLst>
</file>

<file path=ppt/tags/tag5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660_2*l_h_a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BEAUTIFY_FLAG" val="#wm#"/>
  <p:tag name="KSO_WM_DIAGRAM_VERSION" val="3"/>
  <p:tag name="KSO_WM_DIAGRAM_COLOR_TRICK" val="2"/>
  <p:tag name="KSO_WM_DIAGRAM_COLOR_TEXT_CAN_REMOVE" val="n"/>
  <p:tag name="KSO_WM_UNIT_PRESET_TEXT" val="单击此处添加标题"/>
  <p:tag name="KSO_WM_UNIT_TEXT_FILL_FORE_SCHEMECOLOR_INDEX" val="1"/>
  <p:tag name="KSO_WM_UNIT_TEXT_FILL_TYPE" val="1"/>
</p:tagLst>
</file>

<file path=ppt/tags/tag5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660_2*l_h_f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BEAUTIFY_FLAG" val="#wm#"/>
  <p:tag name="KSO_WM_DIAGRAM_VERSION" val="3"/>
  <p:tag name="KSO_WM_DIAGRAM_COLOR_TRICK" val="2"/>
  <p:tag name="KSO_WM_DIAGRAM_COLOR_TEXT_CAN_REMOVE" val="n"/>
  <p:tag name="KSO_WM_UNIT_PRESET_TEXT" val="单击此处添加文本具体内容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</p:tagLst>
</file>

<file path=ppt/tags/tag5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660_2*l_h_a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BEAUTIFY_FLAG" val="#wm#"/>
  <p:tag name="KSO_WM_DIAGRAM_VERSION" val="3"/>
  <p:tag name="KSO_WM_DIAGRAM_COLOR_TRICK" val="2"/>
  <p:tag name="KSO_WM_DIAGRAM_COLOR_TEXT_CAN_REMOVE" val="n"/>
  <p:tag name="KSO_WM_UNIT_PRESET_TEXT" val="单击此处添加标题"/>
  <p:tag name="KSO_WM_UNIT_TEXT_FILL_FORE_SCHEMECOLOR_INDEX" val="1"/>
  <p:tag name="KSO_WM_UNIT_TEXT_FILL_TYPE" val="1"/>
</p:tagLst>
</file>

<file path=ppt/tags/tag5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660_2*l_h_f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BEAUTIFY_FLAG" val="#wm#"/>
  <p:tag name="KSO_WM_DIAGRAM_VERSION" val="3"/>
  <p:tag name="KSO_WM_DIAGRAM_COLOR_TRICK" val="2"/>
  <p:tag name="KSO_WM_DIAGRAM_COLOR_TEXT_CAN_REMOVE" val="n"/>
  <p:tag name="KSO_WM_UNIT_PRESET_TEXT" val="单击此处添加文本具体内容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</p:tagLst>
</file>

<file path=ppt/tags/tag5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660_2*l_h_a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BEAUTIFY_FLAG" val="#wm#"/>
  <p:tag name="KSO_WM_DIAGRAM_VERSION" val="3"/>
  <p:tag name="KSO_WM_DIAGRAM_COLOR_TRICK" val="2"/>
  <p:tag name="KSO_WM_DIAGRAM_COLOR_TEXT_CAN_REMOVE" val="n"/>
  <p:tag name="KSO_WM_UNIT_PRESET_TEXT" val="单击此处添加标题"/>
  <p:tag name="KSO_WM_UNIT_TEXT_FILL_FORE_SCHEMECOLOR_INDEX" val="1"/>
  <p:tag name="KSO_WM_UNIT_TEXT_FILL_TYPE" val="1"/>
</p:tagLst>
</file>

<file path=ppt/tags/tag5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3660_2*l_h_i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BEAUTIFY_FLAG" val="#wm#"/>
  <p:tag name="KSO_WM_DIAGRAM_VERSION" val="3"/>
  <p:tag name="KSO_WM_DIAGRAM_COLOR_TRICK" val="2"/>
  <p:tag name="KSO_WM_DIAGRAM_COLOR_TEXT_CAN_REMOVE" val="n"/>
  <p:tag name="KSO_WM_UNIT_TEXT_FILL_FORE_SCHEMECOLOR_INDEX" val="1"/>
  <p:tag name="KSO_WM_UNIT_TEXT_FILL_TYPE" val="1"/>
</p:tagLst>
</file>

<file path=ppt/tags/tag5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3660_2*l_h_i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BEAUTIFY_FLAG" val="#wm#"/>
  <p:tag name="KSO_WM_DIAGRAM_VERSION" val="3"/>
  <p:tag name="KSO_WM_DIAGRAM_COLOR_TRICK" val="2"/>
  <p:tag name="KSO_WM_DIAGRAM_COLOR_TEXT_CAN_REMOVE" val="n"/>
  <p:tag name="KSO_WM_UNIT_TEXT_FILL_FORE_SCHEMECOLOR_INDEX" val="1"/>
  <p:tag name="KSO_WM_UNIT_TEXT_FILL_TYPE" val="1"/>
</p:tagLst>
</file>

<file path=ppt/tags/tag5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3660_2*l_h_i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BEAUTIFY_FLAG" val="#wm#"/>
  <p:tag name="KSO_WM_DIAGRAM_VERSION" val="3"/>
  <p:tag name="KSO_WM_DIAGRAM_COLOR_TRICK" val="2"/>
  <p:tag name="KSO_WM_DIAGRAM_COLOR_TEXT_CAN_REMOVE" val="n"/>
  <p:tag name="KSO_WM_UNIT_TEXT_FILL_FORE_SCHEMECOLOR_INDEX" val="1"/>
  <p:tag name="KSO_WM_UNIT_TEXT_FILL_TYPE" val="1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1_2"/>
  <p:tag name="KSO_WM_TEMPLATE_CATEGORY" val="diagram"/>
  <p:tag name="KSO_WM_TEMPLATE_INDEX" val="20233660"/>
  <p:tag name="KSO_WM_UNIT_LAYERLEVEL" val="1_1_1"/>
  <p:tag name="KSO_WM_TAG_VERSION" val="3.0"/>
  <p:tag name="KSO_WM_BEAUTIFY_FLAG" val="#wm#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2_2"/>
  <p:tag name="KSO_WM_TEMPLATE_CATEGORY" val="diagram"/>
  <p:tag name="KSO_WM_TEMPLATE_INDEX" val="20233660"/>
  <p:tag name="KSO_WM_UNIT_LAYERLEVEL" val="1_1_1"/>
  <p:tag name="KSO_WM_TAG_VERSION" val="3.0"/>
  <p:tag name="KSO_WM_BEAUTIFY_FLAG" val="#wm#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UNIT_FILL_TYPE" val="1"/>
  <p:tag name="KSO_WM_UNIT_FILL_FORE_SCHEMECOLOR_INDEX" val="6"/>
  <p:tag name="KSO_WM_UNIT_FILL_FORE_SCHEMECOLOR_INDEX_BRIGHTNESS" val="0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3_2"/>
  <p:tag name="KSO_WM_TEMPLATE_CATEGORY" val="diagram"/>
  <p:tag name="KSO_WM_TEMPLATE_INDEX" val="20233660"/>
  <p:tag name="KSO_WM_UNIT_LAYERLEVEL" val="1_1_1"/>
  <p:tag name="KSO_WM_TAG_VERSION" val="3.0"/>
  <p:tag name="KSO_WM_BEAUTIFY_FLAG" val="#wm#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36.xml><?xml version="1.0" encoding="utf-8"?>
<p:tagLst xmlns:p="http://schemas.openxmlformats.org/presentationml/2006/main">
  <p:tag name="KSO_WM_SLIDE_ID" val="custom20233600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600"/>
  <p:tag name="KSO_WM_SLIDE_TYPE" val="text"/>
  <p:tag name="KSO_WM_SLIDE_SUBTYPE" val="picTxt"/>
  <p:tag name="KSO_WM_SLIDE_SIZE" val="836.717*113.503"/>
  <p:tag name="KSO_WM_SLIDE_POSITION" val="95.3*366.497"/>
  <p:tag name="KSO_WM_SLIDE_LAYOUT" val="a_d_l"/>
  <p:tag name="KSO_WM_SLIDE_LAYOUT_CNT" val="1_1_1"/>
  <p:tag name="KSO_WM_SPECIAL_SOURCE" val="bdnull"/>
  <p:tag name="KSO_WM_DIAGRAM_GROUP_CODE" val="l1-1"/>
  <p:tag name="KSO_WM_SLIDE_DIAGTYPE" val="l"/>
  <p:tag name="CP_OUTLINE_TITLE" val="处理能力"/>
  <p:tag name="CP_OUTLINE_TYPE" val="pt_text"/>
</p:tagLst>
</file>

<file path=ppt/tags/tag5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99_4*a*1"/>
  <p:tag name="KSO_WM_TEMPLATE_CATEGORY" val="diagram"/>
  <p:tag name="KSO_WM_TEMPLATE_INDEX" val="20233199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2_3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</p:tagLst>
</file>

<file path=ppt/tags/tag5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2*m_h_f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"/>
  <p:tag name="KSO_WM_UNIT_TEXT_FILL_FORE_SCHEMECOLOR_INDEX" val="1"/>
  <p:tag name="KSO_WM_UNIT_TEXT_FILL_TYPE" val="1"/>
  <p:tag name="KSO_WM_UNIT_TEXT_TYPE" val="1"/>
</p:tagLst>
</file>

<file path=ppt/tags/tag5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2*m_h_a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x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138*146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1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1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</p:tagLst>
</file>

<file path=ppt/tags/tag5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3199_2*m_h_f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"/>
  <p:tag name="KSO_WM_UNIT_TEXT_FILL_FORE_SCHEMECOLOR_INDEX" val="1"/>
  <p:tag name="KSO_WM_UNIT_TEXT_FILL_TYPE" val="1"/>
  <p:tag name="KSO_WM_UNIT_TEXT_TYPE" val="1"/>
</p:tagLst>
</file>

<file path=ppt/tags/tag5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3199_2*m_h_a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2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</p:tagLst>
</file>

<file path=ppt/tags/tag5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3199_2*m_h_f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"/>
  <p:tag name="KSO_WM_UNIT_TEXT_FILL_FORE_SCHEMECOLOR_INDEX" val="1"/>
  <p:tag name="KSO_WM_UNIT_TEXT_FILL_TYPE" val="1"/>
  <p:tag name="KSO_WM_UNIT_TEXT_TYPE" val="1"/>
</p:tagLst>
</file>

<file path=ppt/tags/tag5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3199_2*m_h_a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3_2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SUBTYPE" val="d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13"/>
  <p:tag name="KSO_WM_UNIT_TEXT_FILL_FORE_SCHEMECOLOR_INDEX" val="1"/>
  <p:tag name="KSO_WM_UNIT_TEXT_FILL_TYPE" val="1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x*1_3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140*160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x*1_2_1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VALUE" val="160*161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3_3"/>
  <p:tag name="KSO_WM_TEMPLATE_CATEGORY" val="diagram"/>
  <p:tag name="KSO_WM_TEMPLATE_INDEX" val="20233199"/>
  <p:tag name="KSO_WM_UNIT_LAYERLEVEL" val="1_1_1"/>
  <p:tag name="KSO_WM_TAG_VERSION" val="3.0"/>
  <p:tag name="KSO_WM_BEAUTIFY_FLAG" val="#wm#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</p:tagLst>
</file>

<file path=ppt/tags/tag555.xml><?xml version="1.0" encoding="utf-8"?>
<p:tagLst xmlns:p="http://schemas.openxmlformats.org/presentationml/2006/main">
  <p:tag name="KSO_WM_SLIDE_ID" val="diagram2023319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3199"/>
  <p:tag name="KSO_WM_SLIDE_TYPE" val="text"/>
  <p:tag name="KSO_WM_SLIDE_SUBTYPE" val="diag"/>
  <p:tag name="KSO_WM_SLIDE_SIZE" val="850.602*352.416"/>
  <p:tag name="KSO_WM_SLIDE_POSITION" val="54.8*138.464"/>
  <p:tag name="KSO_WM_SLIDE_LAYOUT" val="a_m"/>
  <p:tag name="KSO_WM_SLIDE_LAYOUT_CNT" val="1_1"/>
  <p:tag name="KSO_WM_SPECIAL_SOURCE" val="bdnull"/>
  <p:tag name="KSO_WM_DIAGRAM_GROUP_CODE" val="m1-1"/>
  <p:tag name="KSO_WM_SLIDE_DIAGTYPE" val="m"/>
  <p:tag name="CP_OUTLINE_TITLE" val="运行速度"/>
  <p:tag name="CP_OUTLINE_TYPE" val="pt_text"/>
</p:tagLst>
</file>

<file path=ppt/tags/tag55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5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55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  <p:tag name="CP_OUTLINE_TITLE" val="具体参数"/>
  <p:tag name="CP_OUTLINE_TYPE" val="pt_section_title"/>
</p:tagLst>
</file>

<file path=ppt/tags/tag5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329_3*a*1"/>
  <p:tag name="KSO_WM_TEMPLATE_CATEGORY" val="diagram"/>
  <p:tag name="KSO_WM_TEMPLATE_INDEX" val="20233329"/>
  <p:tag name="KSO_WM_UNIT_LAYERLEVEL" val="1"/>
  <p:tag name="KSO_WM_TAG_VERSION" val="3.0"/>
  <p:tag name="KSO_WM_BEAUTIFY_FLAG" val="#wm#"/>
  <p:tag name="KSO_WM_UNIT_VALUE" val="29"/>
  <p:tag name="KSO_WM_UNIT_PRESET_TEXT" val="单击此处添加标题"/>
  <p:tag name="KSO_WM_UNIT_TEXT_TYPE" val="1"/>
</p:tagLst>
</file>

<file path=ppt/tags/tag5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a"/>
  <p:tag name="KSO_WM_UNIT_INDEX" val="1_1_1"/>
  <p:tag name="KSO_WM_UNIT_ID" val="diagram20233329_1*l_h_a*1_1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UNIT_TEXT_FILL_FORE_SCHEMECOLOR_INDEX_BRIGHTNESS" val="0.15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5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f"/>
  <p:tag name="KSO_WM_UNIT_INDEX" val="1_1_1"/>
  <p:tag name="KSO_WM_UNIT_ID" val="diagram20233329_1*l_h_f*1_1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UNIT_TEXT_FILL_FORE_SCHEMECOLOR_INDEX_BRIGHTNESS" val="0.15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</p:tagLst>
</file>

<file path=ppt/tags/tag562.xml><?xml version="1.0" encoding="utf-8"?>
<p:tagLst xmlns:p="http://schemas.openxmlformats.org/presentationml/2006/main">
  <p:tag name="KSO_WM_DIAGRAM_VIRTUALLY_FRAME" val="{&quot;height&quot;:387.85772705078125,&quot;width&quot;:792.289306640625}"/>
  <p:tag name="KSO_WM_DIAGRAM_VERSION" val="3"/>
  <p:tag name="KSO_WM_DIAGRAM_COLOR_TRICK" val="1"/>
  <p:tag name="KSO_WM_DIAGRAM_COLOR_TEXT_CAN_REMOVE" val="n"/>
  <p:tag name="KSO_WM_UNIT_VALUE" val="753*4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329_1*l_h_d*1_1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VCG41N1485325723*gallery_gallery_ai_v2.0.6_ONLINE*7a0464db8b538cf26bb78419286ab096-slide-12"/>
</p:tagLst>
</file>

<file path=ppt/tags/tag563.xml><?xml version="1.0" encoding="utf-8"?>
<p:tagLst xmlns:p="http://schemas.openxmlformats.org/presentationml/2006/main">
  <p:tag name="KSO_WM_DIAGRAM_VIRTUALLY_FRAME" val="{&quot;height&quot;:387.85772705078125,&quot;width&quot;:792.289306640625}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329_1*l_h_i*1_1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1"/>
  <p:tag name="KSO_WM_UNIT_TEXT_FILL_TYPE" val="1"/>
</p:tagLst>
</file>

<file path=ppt/tags/tag564.xml><?xml version="1.0" encoding="utf-8"?>
<p:tagLst xmlns:p="http://schemas.openxmlformats.org/presentationml/2006/main">
  <p:tag name="KSO_WM_DIAGRAM_VIRTUALLY_FRAME" val="{&quot;height&quot;:387.85772705078125,&quot;width&quot;:792.289306640625}"/>
  <p:tag name="KSO_WM_DIAGRAM_VERSION" val="3"/>
  <p:tag name="KSO_WM_DIAGRAM_COLOR_TRICK" val="1"/>
  <p:tag name="KSO_WM_DIAGRAM_COLOR_TEXT_CAN_REMOVE" val="n"/>
  <p:tag name="KSO_WM_UNIT_VALUE" val="753*4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329_1*l_h_d*1_2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VCG41N98252898*gallery_gallery_ai_v2.0.6_ONLINE*7a0464db8b538cf26bb78419286ab096-slide-12"/>
</p:tagLst>
</file>

<file path=ppt/tags/tag565.xml><?xml version="1.0" encoding="utf-8"?>
<p:tagLst xmlns:p="http://schemas.openxmlformats.org/presentationml/2006/main">
  <p:tag name="KSO_WM_DIAGRAM_VIRTUALLY_FRAME" val="{&quot;height&quot;:387.85772705078125,&quot;width&quot;:792.289306640625}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329_1*l_h_i*1_2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1"/>
  <p:tag name="KSO_WM_UNIT_TEXT_FILL_TYPE" val="1"/>
</p:tagLst>
</file>

<file path=ppt/tags/tag5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a"/>
  <p:tag name="KSO_WM_UNIT_INDEX" val="1_2_1"/>
  <p:tag name="KSO_WM_UNIT_ID" val="diagram20233329_1*l_h_a*1_2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UNIT_TEXT_FILL_FORE_SCHEMECOLOR_INDEX_BRIGHTNESS" val="0.15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56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f"/>
  <p:tag name="KSO_WM_UNIT_INDEX" val="1_2_1"/>
  <p:tag name="KSO_WM_UNIT_ID" val="diagram20233329_1*l_h_f*1_2_1"/>
  <p:tag name="KSO_WM_TEMPLATE_CATEGORY" val="diagram"/>
  <p:tag name="KSO_WM_TEMPLATE_INDEX" val="20233329"/>
  <p:tag name="KSO_WM_UNIT_LAYERLEVEL" val="1_1_1"/>
  <p:tag name="KSO_WM_TAG_VERSION" val="3.0"/>
  <p:tag name="KSO_WM_BEAUTIFY_FLAG" val="#wm#"/>
  <p:tag name="KSO_WM_UNIT_TEXT_FILL_FORE_SCHEMECOLOR_INDEX_BRIGHTNESS" val="0.15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</p:tagLst>
</file>

<file path=ppt/tags/tag568.xml><?xml version="1.0" encoding="utf-8"?>
<p:tagLst xmlns:p="http://schemas.openxmlformats.org/presentationml/2006/main">
  <p:tag name="KSO_WM_SLIDE_ID" val="diagram20233329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792.289*387.858"/>
  <p:tag name="KSO_WM_SLIDE_POSITION" val="83.1354*130.947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3329"/>
  <p:tag name="KSO_WM_SLIDE_LAYOUT" val="a_l"/>
  <p:tag name="KSO_WM_SLIDE_LAYOUT_CNT" val="1_1"/>
  <p:tag name="CP_OUTLINE_TITLE" val="硬件参数"/>
  <p:tag name="CP_OUTLINE_TYPE" val="pt_text"/>
</p:tagLst>
</file>

<file path=ppt/tags/tag569.xml><?xml version="1.0" encoding="utf-8"?>
<p:tagLst xmlns:p="http://schemas.openxmlformats.org/presentationml/2006/main">
  <p:tag name="KSO_WM_UNIT_VALUE" val="1904*157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804_1*d*1"/>
  <p:tag name="KSO_WM_TEMPLATE_CATEGORY" val="custom"/>
  <p:tag name="KSO_WM_TEMPLATE_INDEX" val="20231804"/>
  <p:tag name="KSO_WM_UNIT_LAYERLEVEL" val="1"/>
  <p:tag name="KSO_WM_TAG_VERSION" val="3.0"/>
  <p:tag name="KSO_WM_BEAUTIFY_FLAG" val="#wm#"/>
  <p:tag name="KSO_WM_UNIT_PICTURE_SUBTYPE" val="b"/>
  <p:tag name="MH_PIC_SOURCE_TYPE" val="generate_slide_ai*VCG41N1387783021*gallery_gallery_ai_v2.0.6_ONLINE*7a0464db8b538cf26bb78419286ab096-slide-13"/>
</p:tagLst>
</file>

<file path=ppt/tags/tag5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804"/>
  <p:tag name="KSO_WM_UNIT_ID" val="custom20231804_1*a*1"/>
  <p:tag name="KSO_WM_UNIT_TEXT_FILL_FORE_SCHEMECOLOR_INDEX" val="13"/>
  <p:tag name="KSO_WM_UNIT_TEXT_FILL_TYPE" val="1"/>
  <p:tag name="KSO_WM_UNIT_USESOURCEFORMAT_APPLY" val="1"/>
  <p:tag name="KSO_WM_UNIT_TEXT_TYPE" val="1"/>
  <p:tag name="KSO_WM_UNIT_PRESET_TEXT" val="单击此处添加标题"/>
</p:tagLst>
</file>

<file path=ppt/tags/tag5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59_1*l_h_f*1_1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请尽量言简意赅的阐述观点。单击输入您的项正文，请尽量言简意赅的阐述观点。"/>
  <p:tag name="KSO_WM_UNIT_TEXT_FILL_FORE_SCHEMECOLOR_INDEX" val="1"/>
  <p:tag name="KSO_WM_UNIT_TEXT_FILL_TYPE" val="1"/>
</p:tagLst>
</file>

<file path=ppt/tags/tag5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59_1*l_h_a*1_1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1759_1*l_h_i*1_1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5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59_1*l_h_a*1_2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1759_1*l_h_i*1_2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57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59_1*l_h_f*1_2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请尽量言简意赅的阐述观点。单击输入您的项正文，请尽量言简意赅的阐述观点。"/>
  <p:tag name="KSO_WM_UNIT_TEXT_FILL_FORE_SCHEMECOLOR_INDEX" val="1"/>
  <p:tag name="KSO_WM_UNIT_TEXT_FILL_TYPE" val="1"/>
</p:tagLst>
</file>

<file path=ppt/tags/tag577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271*363.279"/>
  <p:tag name="KSO_WM_SLIDE_POSITION" val="55.2646*135.9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804"/>
  <p:tag name="KSO_WM_TEMPLATE_SUBCATEGORY" val="0"/>
  <p:tag name="KSO_WM_SLIDE_INDEX" val="1"/>
  <p:tag name="KSO_WM_TAG_VERSION" val="3.0"/>
  <p:tag name="KSO_WM_SLIDE_ID" val="custom20231804_1"/>
  <p:tag name="KSO_WM_SLIDE_ITEM_CNT" val="3"/>
  <p:tag name="CP_OUTLINE_TITLE" val="硬件参数"/>
  <p:tag name="CP_OUTLINE_TYPE" val="pt_text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205_3*a*1"/>
  <p:tag name="KSO_WM_TEMPLATE_CATEGORY" val="diagram"/>
  <p:tag name="KSO_WM_TEMPLATE_INDEX" val="20233205"/>
  <p:tag name="KSO_WM_UNIT_LAYERLEVEL" val="1"/>
  <p:tag name="KSO_WM_TAG_VERSION" val="3.0"/>
  <p:tag name="KSO_WM_BEAUTIFY_FLAG" val="#wm#"/>
  <p:tag name="KSO_WM_DIAGRAM_GROUP_CODE" val="l1-1"/>
  <p:tag name="KSO_WM_UNIT_ISCONTENTSTITLE" val="0"/>
  <p:tag name="KSO_WM_UNIT_ISNUMDGMTITLE" val="0"/>
  <p:tag name="KSO_WM_UNIT_NOCLEAR" val="0"/>
  <p:tag name="KSO_WM_UNIT_VALUE" val="29"/>
  <p:tag name="KSO_WM_UNIT_TYPE" val="a"/>
  <p:tag name="KSO_WM_UNIT_INDEX" val="1"/>
  <p:tag name="KSO_WM_UNIT_PRESET_TEXT" val="单击此处添加标题"/>
  <p:tag name="KSO_WM_UNIT_TEXT_TYPE" val="1"/>
</p:tagLst>
</file>

<file path=ppt/tags/tag579.xml><?xml version="1.0" encoding="utf-8"?>
<p:tagLst xmlns:p="http://schemas.openxmlformats.org/presentationml/2006/main">
  <p:tag name="KSO_WM_BEAUTIFY_FLAG" val="#wm#"/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3205_1*l_h_i*1_2_4"/>
  <p:tag name="KSO_WM_TEMPLATE_CATEGORY" val="diagram"/>
  <p:tag name="KSO_WM_TEMPLATE_INDEX" val="20233205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580.xml><?xml version="1.0" encoding="utf-8"?>
<p:tagLst xmlns:p="http://schemas.openxmlformats.org/presentationml/2006/main">
  <p:tag name="KSO_WM_BEAUTIFY_FLAG" val="#wm#"/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05_1*l_h_f*1_2_1"/>
  <p:tag name="KSO_WM_TEMPLATE_CATEGORY" val="diagram"/>
  <p:tag name="KSO_WM_TEMPLATE_INDEX" val="20233205"/>
  <p:tag name="KSO_WM_UNIT_LAYERLEVEL" val="1_1_1"/>
  <p:tag name="KSO_WM_TAG_VERSION" val="3.0"/>
  <p:tag name="KSO_WM_UNIT_VALUE" val="136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TEXT_TYPE" val="1"/>
</p:tagLst>
</file>

<file path=ppt/tags/tag5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1*l_h_a*1_2_1"/>
  <p:tag name="KSO_WM_TEMPLATE_CATEGORY" val="diagram"/>
  <p:tag name="KSO_WM_TEMPLATE_INDEX" val="2023320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6.54998779296875,&quot;width&quot;:846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582.xml><?xml version="1.0" encoding="utf-8"?>
<p:tagLst xmlns:p="http://schemas.openxmlformats.org/presentationml/2006/main">
  <p:tag name="KSO_WM_BEAUTIFY_FLAG" val="#wm#"/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3205_1*l_h_i*1_2_3"/>
  <p:tag name="KSO_WM_TEMPLATE_CATEGORY" val="diagram"/>
  <p:tag name="KSO_WM_TEMPLATE_INDEX" val="20233205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583.xml><?xml version="1.0" encoding="utf-8"?>
<p:tagLst xmlns:p="http://schemas.openxmlformats.org/presentationml/2006/main">
  <p:tag name="KSO_WM_DIAGRAM_VIRTUALLY_FRAME" val="{&quot;height&quot;:376.54998779296875,&quot;width&quot;:846.5499877929688}"/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205_1*l_h_i*1_2_2"/>
  <p:tag name="KSO_WM_TEMPLATE_CATEGORY" val="diagram"/>
  <p:tag name="KSO_WM_TEMPLATE_INDEX" val="20233205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584.xml><?xml version="1.0" encoding="utf-8"?>
<p:tagLst xmlns:p="http://schemas.openxmlformats.org/presentationml/2006/main"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3205_1*l_h_i*1_1_4"/>
  <p:tag name="KSO_WM_TEMPLATE_CATEGORY" val="diagram"/>
  <p:tag name="KSO_WM_TEMPLATE_INDEX" val="20233205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585.xml><?xml version="1.0" encoding="utf-8"?>
<p:tagLst xmlns:p="http://schemas.openxmlformats.org/presentationml/2006/main">
  <p:tag name="KSO_WM_BEAUTIFY_FLAG" val="#wm#"/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05_1*l_h_f*1_1_1"/>
  <p:tag name="KSO_WM_TEMPLATE_CATEGORY" val="diagram"/>
  <p:tag name="KSO_WM_TEMPLATE_INDEX" val="20233205"/>
  <p:tag name="KSO_WM_UNIT_LAYERLEVEL" val="1_1_1"/>
  <p:tag name="KSO_WM_TAG_VERSION" val="3.0"/>
  <p:tag name="KSO_WM_UNIT_VALUE" val="136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TEXT_TYPE" val="1"/>
</p:tagLst>
</file>

<file path=ppt/tags/tag5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1*l_h_a*1_1_1"/>
  <p:tag name="KSO_WM_TEMPLATE_CATEGORY" val="diagram"/>
  <p:tag name="KSO_WM_TEMPLATE_INDEX" val="2023320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6.54998779296875,&quot;width&quot;:846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587.xml><?xml version="1.0" encoding="utf-8"?>
<p:tagLst xmlns:p="http://schemas.openxmlformats.org/presentationml/2006/main">
  <p:tag name="KSO_WM_DIAGRAM_VIRTUALLY_FRAME" val="{&quot;height&quot;:376.54998779296875,&quot;width&quot;:846.5499877929688}"/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05_1*l_h_i*1_2_1"/>
  <p:tag name="KSO_WM_TEMPLATE_CATEGORY" val="diagram"/>
  <p:tag name="KSO_WM_TEMPLATE_INDEX" val="20233205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588.xml><?xml version="1.0" encoding="utf-8"?>
<p:tagLst xmlns:p="http://schemas.openxmlformats.org/presentationml/2006/main">
  <p:tag name="KSO_WM_DIAGRAM_VIRTUALLY_FRAME" val="{&quot;height&quot;:376.54998779296875,&quot;width&quot;:846.5499877929688}"/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05_1*l_h_i*1_1_1"/>
  <p:tag name="KSO_WM_TEMPLATE_CATEGORY" val="diagram"/>
  <p:tag name="KSO_WM_TEMPLATE_INDEX" val="20233205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589.xml><?xml version="1.0" encoding="utf-8"?>
<p:tagLst xmlns:p="http://schemas.openxmlformats.org/presentationml/2006/main">
  <p:tag name="KSO_WM_BEAUTIFY_FLAG" val="#wm#"/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3205_1*l_h_i*1_1_3"/>
  <p:tag name="KSO_WM_TEMPLATE_CATEGORY" val="diagram"/>
  <p:tag name="KSO_WM_TEMPLATE_INDEX" val="20233205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590.xml><?xml version="1.0" encoding="utf-8"?>
<p:tagLst xmlns:p="http://schemas.openxmlformats.org/presentationml/2006/main"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3205_1*l_h_i*1_1_2"/>
  <p:tag name="KSO_WM_TEMPLATE_CATEGORY" val="diagram"/>
  <p:tag name="KSO_WM_TEMPLATE_INDEX" val="20233205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591.xml><?xml version="1.0" encoding="utf-8"?>
<p:tagLst xmlns:p="http://schemas.openxmlformats.org/presentationml/2006/main"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VALUE" val="90*7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3205_1*l_h_x*1_1_1"/>
  <p:tag name="KSO_WM_TEMPLATE_CATEGORY" val="diagram"/>
  <p:tag name="KSO_WM_TEMPLATE_INDEX" val="20233205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</p:tagLst>
</file>

<file path=ppt/tags/tag592.xml><?xml version="1.0" encoding="utf-8"?>
<p:tagLst xmlns:p="http://schemas.openxmlformats.org/presentationml/2006/main">
  <p:tag name="KSO_WM_DIAGRAM_VIRTUALLY_FRAME" val="{&quot;height&quot;:376.54998779296875,&quot;width&quot;:846.5499877929688}"/>
  <p:tag name="KSO_WM_DIAGRAM_VERSION" val="3"/>
  <p:tag name="KSO_WM_DIAGRAM_COLOR_TRICK" val="1"/>
  <p:tag name="KSO_WM_DIAGRAM_COLOR_TEXT_CAN_REMOVE" val="n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1*l_h_x*1_2_1"/>
  <p:tag name="KSO_WM_TEMPLATE_CATEGORY" val="diagram"/>
  <p:tag name="KSO_WM_TEMPLATE_INDEX" val="20233205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</p:tagLst>
</file>

<file path=ppt/tags/tag593.xml><?xml version="1.0" encoding="utf-8"?>
<p:tagLst xmlns:p="http://schemas.openxmlformats.org/presentationml/2006/main">
  <p:tag name="KSO_WM_SLIDE_ID" val="diagram20233205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205"/>
  <p:tag name="KSO_WM_SLIDE_LAYOUT" val="a_l"/>
  <p:tag name="KSO_WM_SLIDE_LAYOUT_CNT" val="1_1"/>
  <p:tag name="KSO_WM_SPECIAL_SOURCE" val="bdnull"/>
  <p:tag name="KSO_WM_SLIDE_TYPE" val="text"/>
  <p:tag name="KSO_WM_SLIDE_SIZE" val="846.55*348.45"/>
  <p:tag name="KSO_WM_SLIDE_POSITION" val="56.75*127.65"/>
  <p:tag name="KSO_WM_ASSIST_SLIDE" val="1"/>
  <p:tag name="KSO_WM_SLIDE_SUBTYPE" val="diag"/>
  <p:tag name="KSO_WM_DIAGRAM_GROUP_CODE" val="l1-1"/>
  <p:tag name="KSO_WM_SLIDE_DIAGTYPE" val="l"/>
  <p:tag name="CP_OUTLINE_TITLE" val="功能参数"/>
  <p:tag name="CP_OUTLINE_TYPE" val="pt_text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803_1*d*1"/>
  <p:tag name="KSO_WM_TEMPLATE_CATEGORY" val="custom"/>
  <p:tag name="KSO_WM_TEMPLATE_INDEX" val="2023180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  <p:tag name="KSO_WM_UNIT_VALUE" val="1414*3385"/>
  <p:tag name="KSO_WM_UNIT_PICTURE_SUBTYPE" val="a"/>
  <p:tag name="MH_PIC_SOURCE_TYPE" val="generate_slide_ai*VCG41N1475503201*gallery_gallery_ai_v2.0.6_ONLINE*7a0464db8b538cf26bb78419286ab096-slide-15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1803_1*i*2"/>
  <p:tag name="KSO_WM_TEMPLATE_CATEGORY" val="custom"/>
  <p:tag name="KSO_WM_TEMPLATE_INDEX" val="20231803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14"/>
  <p:tag name="KSO_WM_TEMPLATE_INDEX" val="20231803"/>
  <p:tag name="KSO_WM_UNIT_ID" val="custom20231803_1*a*1"/>
  <p:tag name="KSO_WM_UNIT_TEXT_FILL_FORE_SCHEMECOLOR_INDEX" val="2"/>
  <p:tag name="KSO_WM_UNIT_TEXT_FILL_TYPE" val="1"/>
  <p:tag name="KSO_WM_UNIT_USESOURCEFORMAT_APPLY" val="1"/>
  <p:tag name="KSO_WM_UNIT_TEXT_TYPE" val="1"/>
  <p:tag name="KSO_WM_UNIT_PRESET_TEXT" val="单击此处&#10;添加文档标题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1763_1*l_i*1_1"/>
  <p:tag name="KSO_WM_TEMPLATE_CATEGORY" val="diagram"/>
  <p:tag name="KSO_WM_TEMPLATE_INDEX" val="20231763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1"/>
  <p:tag name="KSO_WM_DIAGRAM_VIRTUALLY_FRAME" val="{&quot;height&quot;:210.0500030517578,&quot;width&quot;:797.7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</p:tagLst>
</file>

<file path=ppt/tags/tag5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63_1*l_h_f*1_1_1"/>
  <p:tag name="KSO_WM_TEMPLATE_CATEGORY" val="diagram"/>
  <p:tag name="KSO_WM_TEMPLATE_INDEX" val="20231763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1"/>
  <p:tag name="KSO_WM_DIAGRAM_VIRTUALLY_FRAME" val="{&quot;height&quot;:210.0500030517578,&quot;width&quot;:79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。单击此处输入你的项正文，文字是您思想的提炼。单击此处输入你的项正文，文字是您思想的提炼，请尽量言简意赅的阐述观点。单击此处输入你的项正文，文字是您思想的提炼。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63_1*l_h_a*1_1_1"/>
  <p:tag name="KSO_WM_TEMPLATE_CATEGORY" val="diagram"/>
  <p:tag name="KSO_WM_TEMPLATE_INDEX" val="20231763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1"/>
  <p:tag name="KSO_WM_DIAGRAM_VIRTUALLY_FRAME" val="{&quot;height&quot;:210.0500030517578,&quot;width&quot;:797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PRESET_TEXT" val="单击添加标题"/>
</p:tagLst>
</file>

<file path=ppt/tags/tag600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797.7*210.05"/>
  <p:tag name="KSO_WM_SLIDE_POSITION" val="80.65*269.9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803"/>
  <p:tag name="KSO_WM_TEMPLATE_SUBCATEGORY" val="0"/>
  <p:tag name="KSO_WM_SLIDE_INDEX" val="1"/>
  <p:tag name="KSO_WM_TAG_VERSION" val="3.0"/>
  <p:tag name="KSO_WM_SLIDE_ID" val="custom20231803_1"/>
  <p:tag name="KSO_WM_SLIDE_ITEM_CNT" val="1"/>
  <p:tag name="CP_OUTLINE_TITLE" val="功能参数"/>
  <p:tag name="CP_OUTLINE_TYPE" val="pt_text"/>
</p:tagLst>
</file>

<file path=ppt/tags/tag60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6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60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  <p:tag name="CP_OUTLINE_TITLE" val="特色功能"/>
  <p:tag name="CP_OUTLINE_TYPE" val="pt_section_title"/>
</p:tagLst>
</file>

<file path=ppt/tags/tag6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203_2*a*1"/>
  <p:tag name="KSO_WM_TEMPLATE_CATEGORY" val="diagram"/>
  <p:tag name="KSO_WM_TEMPLATE_INDEX" val="20233203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6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3203_1*l_h_i*1_2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6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3203_1*l_h_i*1_1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607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203_1*l_h_f*1_2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VALUE" val="170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内容，文字是您思想的提炼，请言简意赅的阐述您的观点。单击此处添加正文，文字是您思想的提炼。单击此处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  <p:tag name="KSO_WM_UNIT_TEXT_TYPE" val="1"/>
</p:tagLst>
</file>

<file path=ppt/tags/tag6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3_1*l_h_a*1_2_1"/>
  <p:tag name="KSO_WM_TEMPLATE_CATEGORY" val="diagram"/>
  <p:tag name="KSO_WM_TEMPLATE_INDEX" val="2023320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609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203_1*l_h_f*1_1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VALUE" val="170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内容，文字是您思想的提炼，请言简意赅的阐述您的观点。单击此处添加正文，文字是您思想的提炼。单击此处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  <p:tag name="KSO_WM_UNIT_TEXT_TYPE" val="1"/>
</p:tagLst>
</file>

<file path=ppt/tags/tag6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3_1*l_h_a*1_1_1"/>
  <p:tag name="KSO_WM_TEMPLATE_CATEGORY" val="diagram"/>
  <p:tag name="KSO_WM_TEMPLATE_INDEX" val="2023320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TEXT_TYPE" val="1"/>
</p:tagLst>
</file>

<file path=ppt/tags/tag611.xml><?xml version="1.0" encoding="utf-8"?>
<p:tagLst xmlns:p="http://schemas.openxmlformats.org/presentationml/2006/main">
  <p:tag name="KSO_WM_UNIT_VALUE" val="100*108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1_1"/>
  <p:tag name="KSO_WM_UNIT_ID" val="diagram20233203_1*l_h_x*1_1_1"/>
  <p:tag name="KSO_WM_TEMPLATE_CATEGORY" val="diagram"/>
  <p:tag name="KSO_WM_TEMPLATE_INDEX" val="2023320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12.xml><?xml version="1.0" encoding="utf-8"?>
<p:tagLst xmlns:p="http://schemas.openxmlformats.org/presentationml/2006/main">
  <p:tag name="KSO_WM_UNIT_VALUE" val="108*108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2_1"/>
  <p:tag name="KSO_WM_UNIT_ID" val="diagram20233203_1*l_h_x*1_2_1"/>
  <p:tag name="KSO_WM_TEMPLATE_CATEGORY" val="diagram"/>
  <p:tag name="KSO_WM_TEMPLATE_INDEX" val="2023320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5.45001220703125,&quot;width&quot;:840.29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13.xml><?xml version="1.0" encoding="utf-8"?>
<p:tagLst xmlns:p="http://schemas.openxmlformats.org/presentationml/2006/main">
  <p:tag name="KSO_WM_SLIDE_ID" val="diagram20233203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3203"/>
  <p:tag name="KSO_WM_SLIDE_LAYOUT" val="a_l"/>
  <p:tag name="KSO_WM_SLIDE_LAYOUT_CNT" val="1_1"/>
  <p:tag name="KSO_WM_SPECIAL_SOURCE" val="bdnull"/>
  <p:tag name="KSO_WM_SLIDE_TYPE" val="text"/>
  <p:tag name="KSO_WM_SLIDE_SUBTYPE" val="diag"/>
  <p:tag name="KSO_WM_SLIDE_SIZE" val="835.572*361.7"/>
  <p:tag name="KSO_WM_SLIDE_POSITION" val="62.1266*132.9"/>
  <p:tag name="KSO_WM_DIAGRAM_GROUP_CODE" val="l1-1"/>
  <p:tag name="KSO_WM_SLIDE_DIAGTYPE" val="l"/>
  <p:tag name="CP_OUTLINE_TITLE" val="独特功能展示"/>
  <p:tag name="CP_OUTLINE_TYPE" val="pt_text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2423_1*i*1"/>
  <p:tag name="KSO_WM_TEMPLATE_CATEGORY" val="custom"/>
  <p:tag name="KSO_WM_TEMPLATE_INDEX" val="20232423"/>
  <p:tag name="KSO_WM_UNIT_LAYERLEVEL" val="1"/>
  <p:tag name="KSO_WM_TAG_VERSION" val="3.0"/>
  <p:tag name="KSO_WM_BEAUTIFY_FLAG" val="#wm#"/>
</p:tagLst>
</file>

<file path=ppt/tags/tag6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2423"/>
  <p:tag name="KSO_WM_UNIT_ID" val="custom20232423_1*a*1"/>
  <p:tag name="KSO_WM_UNIT_TEXT_TYPE" val="1"/>
  <p:tag name="KSO_WM_UNIT_PRESET_TEXT" val="单击此处添加标题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23_1*d*1"/>
  <p:tag name="KSO_WM_TEMPLATE_CATEGORY" val="custom"/>
  <p:tag name="KSO_WM_TEMPLATE_INDEX" val="20232423"/>
  <p:tag name="KSO_WM_UNIT_LAYERLEVEL" val="1"/>
  <p:tag name="KSO_WM_TAG_VERSION" val="3.0"/>
  <p:tag name="KSO_WM_BEAUTIFY_FLAG" val="#wm#"/>
  <p:tag name="KSO_WM_UNIT_VALUE" val="1904*1834"/>
  <p:tag name="KSO_WM_UNIT_PICTURE_SUBTYPE" val="b"/>
  <p:tag name="MH_PIC_SOURCE_TYPE" val="generate_slide_ai*VCG41N1490701108*gallery_gallery_ai_v2.0.6_ONLINE*7a0464db8b538cf26bb78419286ab096-slide-18"/>
</p:tagLst>
</file>

<file path=ppt/tags/tag6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c_f"/>
  <p:tag name="KSO_WM_UNIT_INDEX" val="1_1"/>
  <p:tag name="KSO_WM_UNIT_ID" val="custom20232423_1*c_f*1_1"/>
  <p:tag name="KSO_WM_TEMPLATE_CATEGORY" val="custom"/>
  <p:tag name="KSO_WM_TEMPLATE_INDEX" val="20232423"/>
  <p:tag name="KSO_WM_UNIT_LAYERLEVEL" val="1_1"/>
  <p:tag name="KSO_WM_TAG_VERSION" val="3.0"/>
  <p:tag name="KSO_WM_DIAGRAM_MAX_ITEMCNT" val="4"/>
  <p:tag name="KSO_WM_DIAGRAM_MIN_ITEMCNT" val="1"/>
  <p:tag name="KSO_WM_DIAGRAM_VIRTUALLY_FRAME" val="{&quot;height&quot;:368.54229736328125,&quot;left&quot;:16.633466647891556,&quot;top&quot;:129.0571977750523,&quot;width&quot;:413.85818481445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"/>
  <p:tag name="KSO_WM_UNIT_TEXT_FILL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。"/>
</p:tagLst>
</file>

<file path=ppt/tags/tag6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c_a"/>
  <p:tag name="KSO_WM_UNIT_INDEX" val="1_1"/>
  <p:tag name="KSO_WM_UNIT_ID" val="custom20232423_1*c_a*1_1"/>
  <p:tag name="KSO_WM_TEMPLATE_CATEGORY" val="custom"/>
  <p:tag name="KSO_WM_TEMPLATE_INDEX" val="20232423"/>
  <p:tag name="KSO_WM_UNIT_LAYERLEVEL" val="1_1"/>
  <p:tag name="KSO_WM_TAG_VERSION" val="3.0"/>
  <p:tag name="KSO_WM_DIAGRAM_MAX_ITEMCNT" val="4"/>
  <p:tag name="KSO_WM_DIAGRAM_MIN_ITEMCNT" val="1"/>
  <p:tag name="KSO_WM_DIAGRAM_VIRTUALLY_FRAME" val="{&quot;height&quot;:368.54229736328125,&quot;left&quot;:16.633466647891556,&quot;top&quot;:129.0571977750523,&quot;width&quot;:413.85818481445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"/>
  <p:tag name="KSO_WM_UNIT_TEXT_FILL_TYPE" val="1"/>
  <p:tag name="KSO_WM_BEAUTIFY_FLAG" val="#wm#"/>
  <p:tag name="KSO_WM_UNIT_PRESET_TEXT" val="单击此处添加标题"/>
</p:tagLst>
</file>

<file path=ppt/tags/tag619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40.157*239.584"/>
  <p:tag name="KSO_WM_SLIDE_POSITION" val="53.4751*216.572"/>
  <p:tag name="KSO_WM_SLIDE_LAYOUT" val="a_d_c"/>
  <p:tag name="KSO_WM_SLIDE_LAYOUT_CNT" val="1_1_1"/>
  <p:tag name="KSO_WM_SPECIAL_SOURCE" val="bdnull"/>
  <p:tag name="KSO_WM_TEMPLATE_INDEX" val="20232423"/>
  <p:tag name="KSO_WM_TEMPLATE_SUBCATEGORY" val="0"/>
  <p:tag name="KSO_WM_SLIDE_INDEX" val="1"/>
  <p:tag name="KSO_WM_TAG_VERSION" val="3.0"/>
  <p:tag name="KSO_WM_SLIDE_ID" val="custom20232423_1"/>
  <p:tag name="KSO_WM_SLIDE_ITEM_CNT" val="0"/>
  <p:tag name="CP_OUTLINE_TITLE" val="独特功能展示"/>
  <p:tag name="CP_OUTLINE_TYPE" val="pt_text"/>
</p:tagLst>
</file>

<file path=ppt/tags/tag6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2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</p:tagLst>
</file>

<file path=ppt/tags/tag62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84_2*l_h_f*1_1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UNIT_VALUE" val="1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内容观点。"/>
  <p:tag name="KSO_WM_UNIT_TEXT_FILL_FORE_SCHEMECOLOR_INDEX" val="1"/>
  <p:tag name="KSO_WM_UNIT_TEXT_FILL_TYPE" val="1"/>
</p:tagLst>
</file>

<file path=ppt/tags/tag6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84_2*l_h_a*1_1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UNIT_VALUE" val="26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"/>
  <p:tag name="KSO_WM_UNIT_TEXT_FILL_FORE_SCHEMECOLOR_INDEX" val="1"/>
  <p:tag name="KSO_WM_UNIT_TEXT_FILL_TYPE" val="1"/>
</p:tagLst>
</file>

<file path=ppt/tags/tag62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84_2*l_h_f*1_2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UNIT_VALUE" val="1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内容观点。"/>
  <p:tag name="KSO_WM_UNIT_TEXT_FILL_FORE_SCHEMECOLOR_INDEX" val="1"/>
  <p:tag name="KSO_WM_UNIT_TEXT_FILL_TYPE" val="1"/>
</p:tagLst>
</file>

<file path=ppt/tags/tag6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84_2*l_h_a*1_2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UNIT_VALUE" val="26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"/>
  <p:tag name="KSO_WM_UNIT_TEXT_FILL_FORE_SCHEMECOLOR_INDEX" val="1"/>
  <p:tag name="KSO_WM_UNIT_TEXT_FILL_TYPE" val="1"/>
</p:tagLst>
</file>

<file path=ppt/tags/tag62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84_2*l_h_f*1_3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UNIT_VALUE" val="1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内容观点。"/>
  <p:tag name="KSO_WM_UNIT_TEXT_FILL_FORE_SCHEMECOLOR_INDEX" val="1"/>
  <p:tag name="KSO_WM_UNIT_TEXT_FILL_TYPE" val="1"/>
</p:tagLst>
</file>

<file path=ppt/tags/tag6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84_2*l_h_a*1_3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UNIT_VALUE" val="26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"/>
  <p:tag name="KSO_WM_UNIT_TEXT_FILL_FORE_SCHEMECOLOR_INDEX" val="1"/>
  <p:tag name="KSO_WM_UNIT_TEXT_FILL_TYPE" val="1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4_2*l_h_x*1_1_1"/>
  <p:tag name="KSO_WM_TEMPLATE_CATEGORY" val="diagram"/>
  <p:tag name="KSO_WM_TEMPLATE_INDEX" val="202331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90*90"/>
  <p:tag name="KSO_WM_UNIT_TYPE" val="l_h_x"/>
  <p:tag name="KSO_WM_UNIT_INDEX" val="1_1_1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4_2*l_h_x*1_2_1"/>
  <p:tag name="KSO_WM_TEMPLATE_CATEGORY" val="diagram"/>
  <p:tag name="KSO_WM_TEMPLATE_INDEX" val="202331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90*90"/>
  <p:tag name="KSO_WM_UNIT_TYPE" val="l_h_x"/>
  <p:tag name="KSO_WM_UNIT_INDEX" val="1_2_1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4_2*l_h_x*1_3_1"/>
  <p:tag name="KSO_WM_TEMPLATE_CATEGORY" val="diagram"/>
  <p:tag name="KSO_WM_TEMPLATE_INDEX" val="202331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90*90"/>
  <p:tag name="KSO_WM_UNIT_TYPE" val="l_h_x"/>
  <p:tag name="KSO_WM_UNIT_INDEX" val="1_3_1"/>
  <p:tag name="KSO_WM_DIAGRAM_MAX_ITEMCNT" val="6"/>
  <p:tag name="KSO_WM_DIAGRAM_MIN_ITEMCNT" val="2"/>
  <p:tag name="KSO_WM_DIAGRAM_VIRTUALLY_FRAME" val="{&quot;height&quot;:326.79998779296875,&quot;width&quot;:558.75860595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</p:tagLst>
</file>

<file path=ppt/tags/tag630.xml><?xml version="1.0" encoding="utf-8"?>
<p:tagLst xmlns:p="http://schemas.openxmlformats.org/presentationml/2006/main">
  <p:tag name="KSO_WM_SLIDE_ID" val="diagram20233184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3184"/>
  <p:tag name="KSO_WM_SLIDE_TYPE" val="text"/>
  <p:tag name="KSO_WM_SLIDE_SUBTYPE" val="diag"/>
  <p:tag name="KSO_WM_SLIDE_SIZE" val="543.1*309.7"/>
  <p:tag name="KSO_WM_SLIDE_POSITION" val="206.35*163.4"/>
  <p:tag name="KSO_WM_SLIDE_LAYOUT" val="a_l"/>
  <p:tag name="KSO_WM_SLIDE_LAYOUT_CNT" val="1_1"/>
  <p:tag name="KSO_WM_SPECIAL_SOURCE" val="bdnull"/>
  <p:tag name="KSO_WM_DIAGRAM_GROUP_CODE" val="l1-1"/>
  <p:tag name="KSO_WM_SLIDE_DIAGTYPE" val="l"/>
  <p:tag name="CP_OUTLINE_TITLE" val="功能优势分析"/>
  <p:tag name="CP_OUTLINE_TYPE" val="pt_text"/>
</p:tagLst>
</file>

<file path=ppt/tags/tag63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6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63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  <p:tag name="CP_OUTLINE_TITLE" val="用户评价"/>
  <p:tag name="CP_OUTLINE_TYPE" val="pt_section_title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m1-1"/>
  <p:tag name="KSO_WM_UNIT_TYPE" val="a"/>
  <p:tag name="KSO_WM_UNIT_INDEX" val="1"/>
  <p:tag name="KSO_WM_TEMPLATE_INDEX" val="20233265"/>
  <p:tag name="KSO_WM_UNIT_ID" val="diagram20233265_4*a*1"/>
  <p:tag name="KSO_WM_UNIT_PRESET_TEXT" val="单击此处添加标题"/>
  <p:tag name="KSO_WM_UNIT_TEXT_TYPE" val="1"/>
</p:tagLst>
</file>

<file path=ppt/tags/tag635.xml><?xml version="1.0" encoding="utf-8"?>
<p:tagLst xmlns:p="http://schemas.openxmlformats.org/presentationml/2006/main">
  <p:tag name="KSO_WM_DIAGRAM_VIRTUALLY_FRAME" val="{&quot;height&quot;:388.0014953613281,&quot;width&quot;:786.5572509765625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1_2"/>
  <p:tag name="KSO_WM_UNIT_INDEX" val="1_1_2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636.xml><?xml version="1.0" encoding="utf-8"?>
<p:tagLst xmlns:p="http://schemas.openxmlformats.org/presentationml/2006/main">
  <p:tag name="KSO_WM_DIAGRAM_VIRTUALLY_FRAME" val="{&quot;height&quot;:388.0014953613281,&quot;width&quot;:786.5572509765625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2_2"/>
  <p:tag name="KSO_WM_UNIT_INDEX" val="1_2_2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637.xml><?xml version="1.0" encoding="utf-8"?>
<p:tagLst xmlns:p="http://schemas.openxmlformats.org/presentationml/2006/main">
  <p:tag name="KSO_WM_DIAGRAM_VIRTUALLY_FRAME" val="{&quot;height&quot;:388.0014953613281,&quot;width&quot;:786.5572509765625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3_2"/>
  <p:tag name="KSO_WM_UNIT_INDEX" val="1_3_2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638.xml><?xml version="1.0" encoding="utf-8"?>
<p:tagLst xmlns:p="http://schemas.openxmlformats.org/presentationml/2006/main">
  <p:tag name="KSO_WM_DIAGRAM_VIRTUALLY_FRAME" val="{&quot;height&quot;:388.0014953613281,&quot;width&quot;:786.5572509765625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1_1"/>
  <p:tag name="KSO_WM_UNIT_INDEX" val="1_1_1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639.xml><?xml version="1.0" encoding="utf-8"?>
<p:tagLst xmlns:p="http://schemas.openxmlformats.org/presentationml/2006/main">
  <p:tag name="KSO_WM_DIAGRAM_VIRTUALLY_FRAME" val="{&quot;height&quot;:388.0014953613281,&quot;width&quot;:786.5572509765625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2_1"/>
  <p:tag name="KSO_WM_UNIT_INDEX" val="1_2_1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640.xml><?xml version="1.0" encoding="utf-8"?>
<p:tagLst xmlns:p="http://schemas.openxmlformats.org/presentationml/2006/main">
  <p:tag name="KSO_WM_DIAGRAM_VIRTUALLY_FRAME" val="{&quot;height&quot;:388.0014953613281,&quot;width&quot;:786.5572509765625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3_1"/>
  <p:tag name="KSO_WM_UNIT_INDEX" val="1_3_1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6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f*1_1_1"/>
  <p:tag name="KSO_WM_UNIT_INDEX" val="1_1_1"/>
  <p:tag name="KSO_WM_DIAGRAM_GROUP_CODE" val="m1-1"/>
  <p:tag name="KSO_WM_UNIT_PRESET_TEXT" val="单击输入您的项正文，文字是思想的提炼，请尽量言简意赅的阐述观点。单击输入您的项正文，文字是思想的提炼"/>
  <p:tag name="KSO_WM_UNIT_TEXT_FILL_FORE_SCHEMECOLOR_INDEX" val="1"/>
  <p:tag name="KSO_WM_UNIT_TEXT_FILL_TYPE" val="1"/>
  <p:tag name="KSO_WM_UNIT_TEXT_TYPE" val="1"/>
</p:tagLst>
</file>

<file path=ppt/tags/tag6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a*1_1_1"/>
  <p:tag name="KSO_WM_UNIT_INDEX" val="1_1_1"/>
  <p:tag name="KSO_WM_DIAGRAM_GROUP_CODE" val="m1-1"/>
  <p:tag name="KSO_WM_UNIT_PRESET_TEXT" val="添加项标题"/>
  <p:tag name="KSO_WM_UNIT_TEXT_FILL_FORE_SCHEMECOLOR_INDEX" val="1"/>
  <p:tag name="KSO_WM_UNIT_TEXT_FILL_TYPE" val="1"/>
  <p:tag name="KSO_WM_UNIT_TEXT_TYPE" val="1"/>
</p:tagLst>
</file>

<file path=ppt/tags/tag6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f*1_3_1"/>
  <p:tag name="KSO_WM_UNIT_INDEX" val="1_3_1"/>
  <p:tag name="KSO_WM_DIAGRAM_GROUP_CODE" val="m1-1"/>
  <p:tag name="KSO_WM_UNIT_PRESET_TEXT" val="单击输入您的项正文，文字是思想的提炼，请尽量言简意赅的阐述观点。单击输入您的项正文，文字是思想的提炼"/>
  <p:tag name="KSO_WM_UNIT_TEXT_FILL_FORE_SCHEMECOLOR_INDEX" val="1"/>
  <p:tag name="KSO_WM_UNIT_TEXT_FILL_TYPE" val="1"/>
  <p:tag name="KSO_WM_UNIT_TEXT_TYPE" val="1"/>
</p:tagLst>
</file>

<file path=ppt/tags/tag6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a*1_3_1"/>
  <p:tag name="KSO_WM_UNIT_INDEX" val="1_3_1"/>
  <p:tag name="KSO_WM_DIAGRAM_GROUP_CODE" val="m1-1"/>
  <p:tag name="KSO_WM_UNIT_PRESET_TEXT" val="添加项标题"/>
  <p:tag name="KSO_WM_UNIT_TEXT_FILL_FORE_SCHEMECOLOR_INDEX" val="1"/>
  <p:tag name="KSO_WM_UNIT_TEXT_FILL_TYPE" val="1"/>
  <p:tag name="KSO_WM_UNIT_TEXT_TYPE" val="1"/>
</p:tagLst>
</file>

<file path=ppt/tags/tag6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f*1_2_1"/>
  <p:tag name="KSO_WM_UNIT_INDEX" val="1_2_1"/>
  <p:tag name="KSO_WM_DIAGRAM_GROUP_CODE" val="m1-1"/>
  <p:tag name="KSO_WM_UNIT_PRESET_TEXT" val="单击输入您的项正文，文字是思想的提炼，请尽量言简意赅的阐述观点。单击输入您的项正文，文字是思想的提炼"/>
  <p:tag name="KSO_WM_UNIT_TEXT_FILL_FORE_SCHEMECOLOR_INDEX" val="1"/>
  <p:tag name="KSO_WM_UNIT_TEXT_FILL_TYPE" val="1"/>
  <p:tag name="KSO_WM_UNIT_TEXT_TYPE" val="1"/>
</p:tagLst>
</file>

<file path=ppt/tags/tag6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a*1_2_1"/>
  <p:tag name="KSO_WM_UNIT_INDEX" val="1_2_1"/>
  <p:tag name="KSO_WM_DIAGRAM_GROUP_CODE" val="m1-1"/>
  <p:tag name="KSO_WM_UNIT_PRESET_TEXT" val="添加项标题"/>
  <p:tag name="KSO_WM_UNIT_TEXT_FILL_FORE_SCHEMECOLOR_INDEX" val="1"/>
  <p:tag name="KSO_WM_UNIT_TEXT_FILL_TYPE" val="1"/>
  <p:tag name="KSO_WM_UNIT_TEXT_TYPE" val="1"/>
</p:tagLst>
</file>

<file path=ppt/tags/tag6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9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3265_2*m_h_x*1_3_1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3*9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3265_2*m_h_x*1_2_1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0*8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3265_2*m_h_x*1_1_1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8.0014953613281,&quot;width&quot;:786.557250976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50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diagram"/>
  <p:tag name="KSO_WM_SLIDE_TYPE" val="text"/>
  <p:tag name="KSO_WM_SLIDE_SUBTYPE" val="diag"/>
  <p:tag name="KSO_WM_SLIDE_SIZE" val="786.557*388.002"/>
  <p:tag name="KSO_WM_SLIDE_POSITION" val="86.3701*111.05"/>
  <p:tag name="KSO_WM_SLIDE_LAYOUT" val="a_m"/>
  <p:tag name="KSO_WM_SLIDE_LAYOUT_CNT" val="1_1"/>
  <p:tag name="KSO_WM_SPECIAL_SOURCE" val="bdnull"/>
  <p:tag name="KSO_WM_DIAGRAM_GROUP_CODE" val="m1-1"/>
  <p:tag name="KSO_WM_SLIDE_DIAGTYPE" val="m"/>
  <p:tag name="KSO_WM_TEMPLATE_INDEX" val="20233265"/>
  <p:tag name="KSO_WM_TEMPLATE_SUBCATEGORY" val="0"/>
  <p:tag name="KSO_WM_SLIDE_INDEX" val="4"/>
  <p:tag name="KSO_WM_TAG_VERSION" val="3.0"/>
  <p:tag name="KSO_WM_SLIDE_ID" val="diagram20233265_4"/>
  <p:tag name="KSO_WM_SLIDE_ITEM_CNT" val="5"/>
  <p:tag name="CP_OUTLINE_TITLE" val="实际用户反馈"/>
  <p:tag name="CP_OUTLINE_TYPE" val="pt_text"/>
</p:tagLst>
</file>

<file path=ppt/tags/tag651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2_9*f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6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9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65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SLIDE_LAYOUT" val="a_f"/>
  <p:tag name="KSO_WM_SLIDE_LAYOUT_CNT" val="1_1"/>
  <p:tag name="KSO_WM_SLIDE_TYPE" val="endPage"/>
  <p:tag name="KSO_WM_SLIDE_SUBTYPE" val="pureTxt"/>
  <p:tag name="KSO_WM_SLIDE_CONTENT_AREA" val="{&quot;left&quot;:&quot;54.6&quot;,&quot;top&quot;:&quot;123.65&quot;,&quot;width&quot;:&quot;574.1&quot;,&quot;height&quot;:&quot;305.6&quot;}"/>
  <p:tag name="CP_OUTLINE_TITLE" val="谢谢"/>
  <p:tag name="CP_OUTLINE_TYPE" val="pt_end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2722</Words>
  <Application>WPS Office WWO_wpscloud_20250206155222-5ccb823cdd</Application>
  <PresentationFormat>宽屏</PresentationFormat>
  <Paragraphs>250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24</vt:i4>
      </vt:variant>
      <vt:variant>
        <vt:lpstr>幻灯片标题</vt:lpstr>
      </vt:variant>
      <vt:variant>
        <vt:i4>23</vt:i4>
      </vt:variant>
    </vt:vector>
  </HeadingPairs>
  <TitlesOfParts>
    <vt:vector size="57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MiSans Heavy</vt:lpstr>
      <vt:lpstr>Wingdings</vt:lpstr>
      <vt:lpstr>MiSans Normal</vt:lpstr>
      <vt:lpstr>Office 主题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14_Office 主题</vt:lpstr>
      <vt:lpstr>15_Office 主题</vt:lpstr>
      <vt:lpstr>16_Office 主题</vt:lpstr>
      <vt:lpstr>17_Office 主题</vt:lpstr>
      <vt:lpstr>18_Office 主题</vt:lpstr>
      <vt:lpstr>19_Office 主题</vt:lpstr>
      <vt:lpstr>20_Office 主题</vt:lpstr>
      <vt:lpstr>21_Office 主题</vt:lpstr>
      <vt:lpstr>22_Office 主题</vt:lpstr>
      <vt:lpstr>23_Office 主题</vt:lpstr>
      <vt:lpstr>P1S X1E 全方位解析</vt:lpstr>
      <vt:lpstr>目录</vt:lpstr>
      <vt:lpstr>P1S X1E 概述</vt:lpstr>
      <vt:lpstr>产品定位</vt:lpstr>
      <vt:lpstr>设计理念</vt:lpstr>
      <vt:lpstr>外观设计</vt:lpstr>
      <vt:lpstr>整体造型</vt:lpstr>
      <vt:lpstr>细节设计</vt:lpstr>
      <vt:lpstr>核心性能</vt:lpstr>
      <vt:lpstr>处理能力</vt:lpstr>
      <vt:lpstr>运行速度</vt:lpstr>
      <vt:lpstr>具体参数</vt:lpstr>
      <vt:lpstr>硬件参数</vt:lpstr>
      <vt:lpstr>硬件参数</vt:lpstr>
      <vt:lpstr>功能参数</vt:lpstr>
      <vt:lpstr>功能参数</vt:lpstr>
      <vt:lpstr>特色功能</vt:lpstr>
      <vt:lpstr>独特功能展示</vt:lpstr>
      <vt:lpstr>独特功能展示</vt:lpstr>
      <vt:lpstr>功能优势分析</vt:lpstr>
      <vt:lpstr>用户评价</vt:lpstr>
      <vt:lpstr>实际用户反馈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P1S X1E 全方位解析</dc:title>
  <dc:creator/>
  <cp:lastModifiedBy/>
  <dcterms:created xsi:type="dcterms:W3CDTF">2025-02-19T08:51:50Z</dcterms:created>
  <dcterms:modified xsi:type="dcterms:W3CDTF">2025-02-19T08:51:50Z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2052-12.9.0.20271</vt:lpwstr>
  </property>
  <property fmtid="{D5CDD505-2E9C-101B-9397-08002B2CF9AE}" pid="3" name="ICV">
    <vt:lpwstr>B75C98F4C40948689CB49D1002CA5FAC</vt:lpwstr>
  </property>
</Properties>
</file>